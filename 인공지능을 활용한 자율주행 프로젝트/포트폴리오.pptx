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D578FE-FCA8-402E-BF15-8180088C1B08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A9E6FF-B596-4B2B-A70D-E5805D212F3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641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B1DA8-B318-4101-AB1A-3B1677967834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7FDB2-7983-4B01-A00A-8691DF1719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711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B1DA8-B318-4101-AB1A-3B1677967834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7FDB2-7983-4B01-A00A-8691DF1719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0256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B1DA8-B318-4101-AB1A-3B1677967834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7FDB2-7983-4B01-A00A-8691DF1719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810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B1DA8-B318-4101-AB1A-3B1677967834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7FDB2-7983-4B01-A00A-8691DF1719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677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B1DA8-B318-4101-AB1A-3B1677967834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7FDB2-7983-4B01-A00A-8691DF1719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346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B1DA8-B318-4101-AB1A-3B1677967834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7FDB2-7983-4B01-A00A-8691DF1719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0266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B1DA8-B318-4101-AB1A-3B1677967834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7FDB2-7983-4B01-A00A-8691DF1719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1101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B1DA8-B318-4101-AB1A-3B1677967834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7FDB2-7983-4B01-A00A-8691DF1719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891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B1DA8-B318-4101-AB1A-3B1677967834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7FDB2-7983-4B01-A00A-8691DF1719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21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B1DA8-B318-4101-AB1A-3B1677967834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7FDB2-7983-4B01-A00A-8691DF1719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6022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B1DA8-B318-4101-AB1A-3B1677967834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67FDB2-7983-4B01-A00A-8691DF1719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0134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B1DA8-B318-4101-AB1A-3B1677967834}" type="datetimeFigureOut">
              <a:rPr lang="ko-KR" altLang="en-US" smtClean="0"/>
              <a:t>2025-08-05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7FDB2-7983-4B01-A00A-8691DF1719E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05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66202"/>
            <a:ext cx="6049107" cy="429179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/>
          <a:srcRect l="-1" t="-72" r="-960" b="-3982"/>
          <a:stretch/>
        </p:blipFill>
        <p:spPr>
          <a:xfrm>
            <a:off x="0" y="268447"/>
            <a:ext cx="6107184" cy="22977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52492" y="562708"/>
            <a:ext cx="50116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 smtClean="0"/>
              <a:t>이</a:t>
            </a:r>
            <a:r>
              <a:rPr lang="en-US" altLang="ko-KR" sz="3200" b="1" dirty="0" smtClean="0"/>
              <a:t>*</a:t>
            </a:r>
            <a:r>
              <a:rPr lang="ko-KR" altLang="en-US" sz="3200" b="1" dirty="0" smtClean="0"/>
              <a:t>우</a:t>
            </a:r>
            <a:endParaRPr lang="en-US" altLang="ko-KR" sz="3200" b="1" dirty="0" smtClean="0"/>
          </a:p>
          <a:p>
            <a:pPr algn="ctr"/>
            <a:r>
              <a:rPr lang="ko-KR" altLang="en-US" sz="3200" b="1" dirty="0" smtClean="0"/>
              <a:t>포트폴리오</a:t>
            </a:r>
            <a:endParaRPr lang="en-US" altLang="ko-KR" sz="3200" b="1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9106" y="2566203"/>
            <a:ext cx="5526254" cy="4117796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Glass/>
                    </a14:imgEffect>
                  </a14:imgLayer>
                </a14:imgProps>
              </a:ext>
            </a:extLst>
          </a:blip>
          <a:srcRect l="18860" t="12464" r="75731" b="73480"/>
          <a:stretch/>
        </p:blipFill>
        <p:spPr>
          <a:xfrm>
            <a:off x="1140902" y="545283"/>
            <a:ext cx="327171" cy="310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075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PYTHON </a:t>
            </a:r>
            <a:r>
              <a:rPr lang="ko-KR" altLang="en-US" dirty="0" smtClean="0"/>
              <a:t>코딩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31943" b="654"/>
          <a:stretch/>
        </p:blipFill>
        <p:spPr>
          <a:xfrm>
            <a:off x="838201" y="1881472"/>
            <a:ext cx="4606254" cy="254791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81472"/>
            <a:ext cx="4186105" cy="36593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0" y="4724400"/>
            <a:ext cx="49911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 smtClean="0"/>
              <a:t>PYTHON</a:t>
            </a:r>
            <a:r>
              <a:rPr lang="ko-KR" altLang="en-US" sz="1400" dirty="0" smtClean="0"/>
              <a:t>의 사용법과 코딩 순서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원칙 등에 대한 수업을 듣고 실습에 적용했습니다</a:t>
            </a:r>
            <a:r>
              <a:rPr lang="en-US" altLang="ko-KR" sz="1400" dirty="0" smtClean="0"/>
              <a:t>. </a:t>
            </a:r>
            <a:r>
              <a:rPr lang="ko-KR" altLang="en-US" sz="1400" dirty="0" smtClean="0"/>
              <a:t>또한</a:t>
            </a:r>
            <a:r>
              <a:rPr lang="en-US" altLang="ko-KR" sz="1400" dirty="0" smtClean="0"/>
              <a:t>, PYTHON</a:t>
            </a:r>
            <a:r>
              <a:rPr lang="ko-KR" altLang="en-US" sz="1400" dirty="0" smtClean="0"/>
              <a:t> 코드를 수정할 때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지켜야 할 규칙</a:t>
            </a:r>
            <a:r>
              <a:rPr lang="en-US" altLang="ko-KR" sz="1400" dirty="0" smtClean="0"/>
              <a:t>, </a:t>
            </a:r>
            <a:r>
              <a:rPr lang="ko-KR" altLang="en-US" sz="1400" dirty="0" smtClean="0"/>
              <a:t>조건 등에 대해서도 상세히 배웠습니다</a:t>
            </a:r>
            <a:r>
              <a:rPr lang="en-US" altLang="ko-KR" sz="1400" dirty="0" smtClean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68101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VLSI </a:t>
            </a:r>
            <a:r>
              <a:rPr lang="ko-KR" altLang="en-US" dirty="0" smtClean="0"/>
              <a:t>디자인 설계</a:t>
            </a:r>
            <a:r>
              <a:rPr lang="en-US" altLang="ko-KR" dirty="0" smtClean="0"/>
              <a:t>/</a:t>
            </a:r>
            <a:r>
              <a:rPr lang="ko-KR" altLang="en-US" dirty="0" smtClean="0"/>
              <a:t>실습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5420481" cy="235300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204" y="4228271"/>
            <a:ext cx="4057708" cy="1991553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4228271"/>
            <a:ext cx="3590925" cy="199155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62775" y="1690688"/>
            <a:ext cx="46767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VLSI </a:t>
            </a:r>
            <a:r>
              <a:rPr lang="ko-KR" altLang="en-US" dirty="0" smtClean="0"/>
              <a:t>설계 프로그램을 통해 반도체 회로 설계 방법</a:t>
            </a:r>
            <a:r>
              <a:rPr lang="en-US" altLang="ko-KR" dirty="0" smtClean="0"/>
              <a:t>,</a:t>
            </a:r>
            <a:r>
              <a:rPr lang="ko-KR" altLang="en-US" dirty="0" smtClean="0"/>
              <a:t> 설계한 칩의 시뮬레이션을 원하는 조건에서 돌리는 방법에 대해 배웠습니다</a:t>
            </a:r>
            <a:r>
              <a:rPr lang="en-US" altLang="ko-KR" dirty="0" smtClean="0"/>
              <a:t>.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smtClean="0"/>
              <a:t>그리고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설계한 칩의 검증 과정</a:t>
            </a:r>
            <a:r>
              <a:rPr lang="en-US" altLang="ko-KR" dirty="0" smtClean="0"/>
              <a:t>, </a:t>
            </a:r>
            <a:r>
              <a:rPr lang="ko-KR" altLang="en-US" dirty="0" smtClean="0"/>
              <a:t>최적화 과정에 대해</a:t>
            </a:r>
            <a:r>
              <a:rPr lang="en-US" altLang="ko-KR" dirty="0"/>
              <a:t> </a:t>
            </a:r>
            <a:r>
              <a:rPr lang="ko-KR" altLang="en-US" dirty="0" smtClean="0"/>
              <a:t>배우고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오류가 발생했을 때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대처법을</a:t>
            </a:r>
            <a:r>
              <a:rPr lang="ko-KR" altLang="en-US" dirty="0" smtClean="0"/>
              <a:t> 알게 되었습니다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89785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ARM CORETEX </a:t>
            </a:r>
            <a:r>
              <a:rPr lang="ko-KR" altLang="en-US" dirty="0" smtClean="0"/>
              <a:t>활용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9"/>
            <a:ext cx="3676650" cy="222690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11" r="-555" b="24722"/>
          <a:stretch/>
        </p:blipFill>
        <p:spPr>
          <a:xfrm>
            <a:off x="838200" y="4071937"/>
            <a:ext cx="4876801" cy="231921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0" y="1457325"/>
            <a:ext cx="55054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ARM CORETEX</a:t>
            </a:r>
            <a:r>
              <a:rPr lang="ko-KR" altLang="en-US" dirty="0" smtClean="0"/>
              <a:t>를 활용해서 칩 설계 과정을 더 깊이 있게 배웠습니다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그리고</a:t>
            </a:r>
            <a:r>
              <a:rPr lang="en-US" altLang="ko-KR" dirty="0" smtClean="0"/>
              <a:t>, LCD </a:t>
            </a:r>
            <a:r>
              <a:rPr lang="ko-KR" altLang="en-US" dirty="0" smtClean="0"/>
              <a:t>디스플레이를 컴퓨터에 연결한 다음</a:t>
            </a:r>
            <a:r>
              <a:rPr lang="en-US" altLang="ko-KR" dirty="0" smtClean="0"/>
              <a:t>, </a:t>
            </a:r>
            <a:r>
              <a:rPr lang="ko-KR" altLang="en-US" dirty="0" smtClean="0"/>
              <a:t>아날로그 입력 테스트</a:t>
            </a:r>
            <a:r>
              <a:rPr lang="en-US" altLang="ko-KR" dirty="0" smtClean="0"/>
              <a:t>, </a:t>
            </a:r>
            <a:r>
              <a:rPr lang="ko-KR" altLang="en-US" dirty="0" smtClean="0"/>
              <a:t>디지털 시계 구현</a:t>
            </a:r>
            <a:r>
              <a:rPr lang="en-US" altLang="ko-KR" dirty="0" smtClean="0"/>
              <a:t>, </a:t>
            </a:r>
            <a:r>
              <a:rPr lang="ko-KR" altLang="en-US" dirty="0" smtClean="0"/>
              <a:t>데이터 출력 테스트와 같은 다양한 실습 과정을 수행했습니다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5091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Verilog</a:t>
            </a:r>
            <a:r>
              <a:rPr lang="ko-KR" altLang="en-US" dirty="0" smtClean="0"/>
              <a:t>를 활용한 </a:t>
            </a:r>
            <a:r>
              <a:rPr lang="en-US" altLang="ko-KR" dirty="0" smtClean="0"/>
              <a:t>RTL </a:t>
            </a:r>
            <a:r>
              <a:rPr lang="ko-KR" altLang="en-US" dirty="0" smtClean="0"/>
              <a:t>설계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3728267" cy="2796200"/>
          </a:xfr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994" t="21898" r="8408" b="16941"/>
          <a:stretch/>
        </p:blipFill>
        <p:spPr>
          <a:xfrm>
            <a:off x="4672668" y="1690689"/>
            <a:ext cx="4001550" cy="27982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8201" y="4714875"/>
            <a:ext cx="88510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Verilog</a:t>
            </a:r>
            <a:r>
              <a:rPr lang="ko-KR" altLang="en-US" dirty="0" smtClean="0"/>
              <a:t>를 활용해서 디지털 회로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시스템</a:t>
            </a:r>
            <a:r>
              <a:rPr lang="en-US" altLang="ko-KR" dirty="0"/>
              <a:t> </a:t>
            </a:r>
            <a:r>
              <a:rPr lang="ko-KR" altLang="en-US" dirty="0" smtClean="0"/>
              <a:t>및 </a:t>
            </a:r>
            <a:r>
              <a:rPr lang="en-US" altLang="ko-KR" dirty="0" smtClean="0"/>
              <a:t>RTL </a:t>
            </a:r>
            <a:r>
              <a:rPr lang="ko-KR" altLang="en-US" dirty="0" smtClean="0"/>
              <a:t>회로를 설계하는 과정을 배웠습니다</a:t>
            </a:r>
            <a:r>
              <a:rPr lang="en-US" altLang="ko-KR" dirty="0" smtClean="0"/>
              <a:t>.</a:t>
            </a:r>
          </a:p>
          <a:p>
            <a:r>
              <a:rPr lang="ko-KR" altLang="en-US" smtClean="0"/>
              <a:t>이 수업은 </a:t>
            </a:r>
            <a:r>
              <a:rPr lang="ko-KR" altLang="en-US" dirty="0" smtClean="0"/>
              <a:t>회로 설계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시뮬레이션 생성</a:t>
            </a:r>
            <a:r>
              <a:rPr lang="en-US" altLang="ko-KR" dirty="0" smtClean="0"/>
              <a:t>, .</a:t>
            </a:r>
            <a:r>
              <a:rPr lang="en-US" altLang="ko-KR" dirty="0" err="1" smtClean="0"/>
              <a:t>xdc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 생성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bitstream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파일을 생성하고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수정하는 작업이 주된 과정이었습니다</a:t>
            </a:r>
            <a:r>
              <a:rPr lang="en-US" altLang="ko-KR" dirty="0" smtClean="0"/>
              <a:t>.</a:t>
            </a:r>
          </a:p>
          <a:p>
            <a:r>
              <a:rPr lang="ko-KR" altLang="en-US" dirty="0" smtClean="0"/>
              <a:t>컴퓨터 프로그램으로 하드웨어 동작을 표현하고 조절하는 과정에 대해 알았습니다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32967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152</Words>
  <Application>Microsoft Office PowerPoint</Application>
  <PresentationFormat>와이드스크린</PresentationFormat>
  <Paragraphs>13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PYTHON 코딩</vt:lpstr>
      <vt:lpstr>VLSI 디자인 설계/실습</vt:lpstr>
      <vt:lpstr>ARM CORETEX 활용</vt:lpstr>
      <vt:lpstr>Verilog를 활용한 RTL 설계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20</cp:revision>
  <cp:lastPrinted>2025-08-05T02:03:05Z</cp:lastPrinted>
  <dcterms:created xsi:type="dcterms:W3CDTF">2025-08-05T01:03:57Z</dcterms:created>
  <dcterms:modified xsi:type="dcterms:W3CDTF">2025-08-05T02:34:40Z</dcterms:modified>
</cp:coreProperties>
</file>