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58" r:id="rId4"/>
    <p:sldId id="260" r:id="rId5"/>
    <p:sldId id="257" r:id="rId6"/>
    <p:sldId id="261" r:id="rId7"/>
    <p:sldId id="259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53F3D40-0EF6-4CDB-8646-E6EAE54275BD}" v="12" dt="2025-06-15T01:49:56.4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90" y="27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ejunwoo" userId="ade3442d-99ca-4e86-850b-c78e88f8ef40" providerId="ADAL" clId="{D53F3D40-0EF6-4CDB-8646-E6EAE54275BD}"/>
    <pc:docChg chg="custSel addSld modSld sldOrd modMainMaster">
      <pc:chgData name="leejunwoo" userId="ade3442d-99ca-4e86-850b-c78e88f8ef40" providerId="ADAL" clId="{D53F3D40-0EF6-4CDB-8646-E6EAE54275BD}" dt="2025-06-15T01:49:56.427" v="105"/>
      <pc:docMkLst>
        <pc:docMk/>
      </pc:docMkLst>
      <pc:sldChg chg="addSp delSp modSp mod setBg">
        <pc:chgData name="leejunwoo" userId="ade3442d-99ca-4e86-850b-c78e88f8ef40" providerId="ADAL" clId="{D53F3D40-0EF6-4CDB-8646-E6EAE54275BD}" dt="2025-06-14T05:26:17.126" v="7"/>
        <pc:sldMkLst>
          <pc:docMk/>
          <pc:sldMk cId="2541250028" sldId="256"/>
        </pc:sldMkLst>
        <pc:picChg chg="add del mod">
          <ac:chgData name="leejunwoo" userId="ade3442d-99ca-4e86-850b-c78e88f8ef40" providerId="ADAL" clId="{D53F3D40-0EF6-4CDB-8646-E6EAE54275BD}" dt="2025-06-14T05:26:02.846" v="5" actId="478"/>
          <ac:picMkLst>
            <pc:docMk/>
            <pc:sldMk cId="2541250028" sldId="256"/>
            <ac:picMk id="4" creationId="{0C9029E3-F5A7-C100-E8CC-06AC26F0BEBE}"/>
          </ac:picMkLst>
        </pc:picChg>
      </pc:sldChg>
      <pc:sldChg chg="new">
        <pc:chgData name="leejunwoo" userId="ade3442d-99ca-4e86-850b-c78e88f8ef40" providerId="ADAL" clId="{D53F3D40-0EF6-4CDB-8646-E6EAE54275BD}" dt="2025-06-14T01:33:10.119" v="0" actId="680"/>
        <pc:sldMkLst>
          <pc:docMk/>
          <pc:sldMk cId="2896865712" sldId="257"/>
        </pc:sldMkLst>
      </pc:sldChg>
      <pc:sldChg chg="addSp delSp modSp new mod ord">
        <pc:chgData name="leejunwoo" userId="ade3442d-99ca-4e86-850b-c78e88f8ef40" providerId="ADAL" clId="{D53F3D40-0EF6-4CDB-8646-E6EAE54275BD}" dt="2025-06-15T01:46:27.678" v="23"/>
        <pc:sldMkLst>
          <pc:docMk/>
          <pc:sldMk cId="4182242256" sldId="258"/>
        </pc:sldMkLst>
        <pc:spChg chg="mod">
          <ac:chgData name="leejunwoo" userId="ade3442d-99ca-4e86-850b-c78e88f8ef40" providerId="ADAL" clId="{D53F3D40-0EF6-4CDB-8646-E6EAE54275BD}" dt="2025-06-15T01:46:27.678" v="23"/>
          <ac:spMkLst>
            <pc:docMk/>
            <pc:sldMk cId="4182242256" sldId="258"/>
            <ac:spMk id="2" creationId="{42287D37-4C3C-6EBA-08D5-67FCB5F7FA17}"/>
          </ac:spMkLst>
        </pc:spChg>
        <pc:spChg chg="del">
          <ac:chgData name="leejunwoo" userId="ade3442d-99ca-4e86-850b-c78e88f8ef40" providerId="ADAL" clId="{D53F3D40-0EF6-4CDB-8646-E6EAE54275BD}" dt="2025-06-15T01:46:14.385" v="20"/>
          <ac:spMkLst>
            <pc:docMk/>
            <pc:sldMk cId="4182242256" sldId="258"/>
            <ac:spMk id="3" creationId="{CA0CD1A4-3F3B-0333-2D20-2FB1C4DC7928}"/>
          </ac:spMkLst>
        </pc:spChg>
        <pc:picChg chg="add mod">
          <ac:chgData name="leejunwoo" userId="ade3442d-99ca-4e86-850b-c78e88f8ef40" providerId="ADAL" clId="{D53F3D40-0EF6-4CDB-8646-E6EAE54275BD}" dt="2025-06-15T01:46:22.232" v="22" actId="14100"/>
          <ac:picMkLst>
            <pc:docMk/>
            <pc:sldMk cId="4182242256" sldId="258"/>
            <ac:picMk id="4" creationId="{91B52781-7060-F1FA-72BA-7D7AA38A06C9}"/>
          </ac:picMkLst>
        </pc:picChg>
      </pc:sldChg>
      <pc:sldChg chg="addSp delSp modSp new mod ord">
        <pc:chgData name="leejunwoo" userId="ade3442d-99ca-4e86-850b-c78e88f8ef40" providerId="ADAL" clId="{D53F3D40-0EF6-4CDB-8646-E6EAE54275BD}" dt="2025-06-15T01:45:56.774" v="17"/>
        <pc:sldMkLst>
          <pc:docMk/>
          <pc:sldMk cId="3295788102" sldId="259"/>
        </pc:sldMkLst>
        <pc:spChg chg="mod">
          <ac:chgData name="leejunwoo" userId="ade3442d-99ca-4e86-850b-c78e88f8ef40" providerId="ADAL" clId="{D53F3D40-0EF6-4CDB-8646-E6EAE54275BD}" dt="2025-06-14T06:51:54.542" v="15"/>
          <ac:spMkLst>
            <pc:docMk/>
            <pc:sldMk cId="3295788102" sldId="259"/>
            <ac:spMk id="2" creationId="{9DB3A6D4-9EA6-7BF5-5FB5-77B5EA12BA46}"/>
          </ac:spMkLst>
        </pc:spChg>
        <pc:spChg chg="del">
          <ac:chgData name="leejunwoo" userId="ade3442d-99ca-4e86-850b-c78e88f8ef40" providerId="ADAL" clId="{D53F3D40-0EF6-4CDB-8646-E6EAE54275BD}" dt="2025-06-14T05:33:40.477" v="8"/>
          <ac:spMkLst>
            <pc:docMk/>
            <pc:sldMk cId="3295788102" sldId="259"/>
            <ac:spMk id="3" creationId="{DAB1DD81-233C-83DC-E6F3-F4FD852AB86C}"/>
          </ac:spMkLst>
        </pc:spChg>
        <pc:picChg chg="add mod">
          <ac:chgData name="leejunwoo" userId="ade3442d-99ca-4e86-850b-c78e88f8ef40" providerId="ADAL" clId="{D53F3D40-0EF6-4CDB-8646-E6EAE54275BD}" dt="2025-06-14T05:33:47.281" v="10" actId="14100"/>
          <ac:picMkLst>
            <pc:docMk/>
            <pc:sldMk cId="3295788102" sldId="259"/>
            <ac:picMk id="4" creationId="{F9727419-BBC0-A84B-6631-3E064817838C}"/>
          </ac:picMkLst>
        </pc:picChg>
      </pc:sldChg>
      <pc:sldChg chg="addSp delSp modSp new mod">
        <pc:chgData name="leejunwoo" userId="ade3442d-99ca-4e86-850b-c78e88f8ef40" providerId="ADAL" clId="{D53F3D40-0EF6-4CDB-8646-E6EAE54275BD}" dt="2025-06-15T01:49:56.427" v="105"/>
        <pc:sldMkLst>
          <pc:docMk/>
          <pc:sldMk cId="3343013932" sldId="260"/>
        </pc:sldMkLst>
        <pc:spChg chg="mod">
          <ac:chgData name="leejunwoo" userId="ade3442d-99ca-4e86-850b-c78e88f8ef40" providerId="ADAL" clId="{D53F3D40-0EF6-4CDB-8646-E6EAE54275BD}" dt="2025-06-15T01:49:56.427" v="105"/>
          <ac:spMkLst>
            <pc:docMk/>
            <pc:sldMk cId="3343013932" sldId="260"/>
            <ac:spMk id="2" creationId="{248F15E4-3E1B-4B47-2909-F3645D3F5073}"/>
          </ac:spMkLst>
        </pc:spChg>
        <pc:spChg chg="del">
          <ac:chgData name="leejunwoo" userId="ade3442d-99ca-4e86-850b-c78e88f8ef40" providerId="ADAL" clId="{D53F3D40-0EF6-4CDB-8646-E6EAE54275BD}" dt="2025-06-14T05:34:02.703" v="11"/>
          <ac:spMkLst>
            <pc:docMk/>
            <pc:sldMk cId="3343013932" sldId="260"/>
            <ac:spMk id="3" creationId="{5DA8E02B-2538-8532-6E9E-A32AD2355061}"/>
          </ac:spMkLst>
        </pc:spChg>
        <pc:picChg chg="add mod">
          <ac:chgData name="leejunwoo" userId="ade3442d-99ca-4e86-850b-c78e88f8ef40" providerId="ADAL" clId="{D53F3D40-0EF6-4CDB-8646-E6EAE54275BD}" dt="2025-06-14T05:34:10.345" v="14" actId="14100"/>
          <ac:picMkLst>
            <pc:docMk/>
            <pc:sldMk cId="3343013932" sldId="260"/>
            <ac:picMk id="4" creationId="{BA26F9CD-A554-C21C-D625-EDCE8A19679D}"/>
          </ac:picMkLst>
        </pc:picChg>
      </pc:sldChg>
      <pc:sldMasterChg chg="setBg modSldLayout">
        <pc:chgData name="leejunwoo" userId="ade3442d-99ca-4e86-850b-c78e88f8ef40" providerId="ADAL" clId="{D53F3D40-0EF6-4CDB-8646-E6EAE54275BD}" dt="2025-06-14T05:26:17.126" v="7"/>
        <pc:sldMasterMkLst>
          <pc:docMk/>
          <pc:sldMasterMk cId="4140253405" sldId="2147483648"/>
        </pc:sldMasterMkLst>
        <pc:sldLayoutChg chg="setBg">
          <pc:chgData name="leejunwoo" userId="ade3442d-99ca-4e86-850b-c78e88f8ef40" providerId="ADAL" clId="{D53F3D40-0EF6-4CDB-8646-E6EAE54275BD}" dt="2025-06-14T05:26:17.126" v="7"/>
          <pc:sldLayoutMkLst>
            <pc:docMk/>
            <pc:sldMasterMk cId="4140253405" sldId="2147483648"/>
            <pc:sldLayoutMk cId="881196410" sldId="2147483649"/>
          </pc:sldLayoutMkLst>
        </pc:sldLayoutChg>
        <pc:sldLayoutChg chg="setBg">
          <pc:chgData name="leejunwoo" userId="ade3442d-99ca-4e86-850b-c78e88f8ef40" providerId="ADAL" clId="{D53F3D40-0EF6-4CDB-8646-E6EAE54275BD}" dt="2025-06-14T05:26:17.126" v="7"/>
          <pc:sldLayoutMkLst>
            <pc:docMk/>
            <pc:sldMasterMk cId="4140253405" sldId="2147483648"/>
            <pc:sldLayoutMk cId="1190882459" sldId="2147483650"/>
          </pc:sldLayoutMkLst>
        </pc:sldLayoutChg>
        <pc:sldLayoutChg chg="setBg">
          <pc:chgData name="leejunwoo" userId="ade3442d-99ca-4e86-850b-c78e88f8ef40" providerId="ADAL" clId="{D53F3D40-0EF6-4CDB-8646-E6EAE54275BD}" dt="2025-06-14T05:26:17.126" v="7"/>
          <pc:sldLayoutMkLst>
            <pc:docMk/>
            <pc:sldMasterMk cId="4140253405" sldId="2147483648"/>
            <pc:sldLayoutMk cId="3713177568" sldId="2147483651"/>
          </pc:sldLayoutMkLst>
        </pc:sldLayoutChg>
        <pc:sldLayoutChg chg="setBg">
          <pc:chgData name="leejunwoo" userId="ade3442d-99ca-4e86-850b-c78e88f8ef40" providerId="ADAL" clId="{D53F3D40-0EF6-4CDB-8646-E6EAE54275BD}" dt="2025-06-14T05:26:17.126" v="7"/>
          <pc:sldLayoutMkLst>
            <pc:docMk/>
            <pc:sldMasterMk cId="4140253405" sldId="2147483648"/>
            <pc:sldLayoutMk cId="412549709" sldId="2147483652"/>
          </pc:sldLayoutMkLst>
        </pc:sldLayoutChg>
        <pc:sldLayoutChg chg="setBg">
          <pc:chgData name="leejunwoo" userId="ade3442d-99ca-4e86-850b-c78e88f8ef40" providerId="ADAL" clId="{D53F3D40-0EF6-4CDB-8646-E6EAE54275BD}" dt="2025-06-14T05:26:17.126" v="7"/>
          <pc:sldLayoutMkLst>
            <pc:docMk/>
            <pc:sldMasterMk cId="4140253405" sldId="2147483648"/>
            <pc:sldLayoutMk cId="1434476892" sldId="2147483653"/>
          </pc:sldLayoutMkLst>
        </pc:sldLayoutChg>
        <pc:sldLayoutChg chg="setBg">
          <pc:chgData name="leejunwoo" userId="ade3442d-99ca-4e86-850b-c78e88f8ef40" providerId="ADAL" clId="{D53F3D40-0EF6-4CDB-8646-E6EAE54275BD}" dt="2025-06-14T05:26:17.126" v="7"/>
          <pc:sldLayoutMkLst>
            <pc:docMk/>
            <pc:sldMasterMk cId="4140253405" sldId="2147483648"/>
            <pc:sldLayoutMk cId="859294866" sldId="2147483654"/>
          </pc:sldLayoutMkLst>
        </pc:sldLayoutChg>
        <pc:sldLayoutChg chg="setBg">
          <pc:chgData name="leejunwoo" userId="ade3442d-99ca-4e86-850b-c78e88f8ef40" providerId="ADAL" clId="{D53F3D40-0EF6-4CDB-8646-E6EAE54275BD}" dt="2025-06-14T05:26:17.126" v="7"/>
          <pc:sldLayoutMkLst>
            <pc:docMk/>
            <pc:sldMasterMk cId="4140253405" sldId="2147483648"/>
            <pc:sldLayoutMk cId="2235740584" sldId="2147483655"/>
          </pc:sldLayoutMkLst>
        </pc:sldLayoutChg>
        <pc:sldLayoutChg chg="setBg">
          <pc:chgData name="leejunwoo" userId="ade3442d-99ca-4e86-850b-c78e88f8ef40" providerId="ADAL" clId="{D53F3D40-0EF6-4CDB-8646-E6EAE54275BD}" dt="2025-06-14T05:26:17.126" v="7"/>
          <pc:sldLayoutMkLst>
            <pc:docMk/>
            <pc:sldMasterMk cId="4140253405" sldId="2147483648"/>
            <pc:sldLayoutMk cId="3542203840" sldId="2147483656"/>
          </pc:sldLayoutMkLst>
        </pc:sldLayoutChg>
        <pc:sldLayoutChg chg="setBg">
          <pc:chgData name="leejunwoo" userId="ade3442d-99ca-4e86-850b-c78e88f8ef40" providerId="ADAL" clId="{D53F3D40-0EF6-4CDB-8646-E6EAE54275BD}" dt="2025-06-14T05:26:17.126" v="7"/>
          <pc:sldLayoutMkLst>
            <pc:docMk/>
            <pc:sldMasterMk cId="4140253405" sldId="2147483648"/>
            <pc:sldLayoutMk cId="2012924669" sldId="2147483657"/>
          </pc:sldLayoutMkLst>
        </pc:sldLayoutChg>
        <pc:sldLayoutChg chg="setBg">
          <pc:chgData name="leejunwoo" userId="ade3442d-99ca-4e86-850b-c78e88f8ef40" providerId="ADAL" clId="{D53F3D40-0EF6-4CDB-8646-E6EAE54275BD}" dt="2025-06-14T05:26:17.126" v="7"/>
          <pc:sldLayoutMkLst>
            <pc:docMk/>
            <pc:sldMasterMk cId="4140253405" sldId="2147483648"/>
            <pc:sldLayoutMk cId="1447337857" sldId="2147483658"/>
          </pc:sldLayoutMkLst>
        </pc:sldLayoutChg>
        <pc:sldLayoutChg chg="setBg">
          <pc:chgData name="leejunwoo" userId="ade3442d-99ca-4e86-850b-c78e88f8ef40" providerId="ADAL" clId="{D53F3D40-0EF6-4CDB-8646-E6EAE54275BD}" dt="2025-06-14T05:26:17.126" v="7"/>
          <pc:sldLayoutMkLst>
            <pc:docMk/>
            <pc:sldMasterMk cId="4140253405" sldId="2147483648"/>
            <pc:sldLayoutMk cId="15175779" sldId="214748365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09E564-F095-6F4E-3D00-BF90F95F86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9DFB3A5-BD17-2D33-4B6B-06D1152FF8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8120156-66A5-1894-240F-935885AE3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5052F-5850-43E1-B7E1-93792622382B}" type="datetimeFigureOut">
              <a:rPr lang="ko-KR" altLang="en-US" smtClean="0"/>
              <a:t>2025-06-16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C75BA77-C81E-1102-5B95-89E94D603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E2C1757-20B8-F0EF-F901-153CDFA32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1ED08-62DE-4571-9B52-1784041A21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11964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109322-960C-C72C-93B8-D0199E776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512A323-A089-B474-305D-0305340E1E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8DE7924-9C41-EE06-F97B-EF20D6BFCD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5052F-5850-43E1-B7E1-93792622382B}" type="datetimeFigureOut">
              <a:rPr lang="ko-KR" altLang="en-US" smtClean="0"/>
              <a:t>2025-06-16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1DCAD9-539F-2592-2935-306977C65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0F323D2-5BBE-D54F-89A4-E26744FE1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1ED08-62DE-4571-9B52-1784041A21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08824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586CAF-039A-2F4D-D9E2-6AB4105C5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2339C65-6DB6-35FD-9BEE-91F8DBEB35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0FC363C-4B22-8DAF-F1F7-C9F6EADB0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5052F-5850-43E1-B7E1-93792622382B}" type="datetimeFigureOut">
              <a:rPr lang="ko-KR" altLang="en-US" smtClean="0"/>
              <a:t>2025-06-16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F9E2294-CF0E-93E5-0D6E-5650C072B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22F6B0B-277D-92A5-5216-C16E7D73E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1ED08-62DE-4571-9B52-1784041A21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3177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1C266A-B737-6372-37C9-FE69672D4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2E25DA2-0CE2-F646-9C4A-7E6FED91A2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EDF34A4-1103-FF18-FC7D-DEE342C9AF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49AC55E-331F-9CC5-079F-A09C0C86D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5052F-5850-43E1-B7E1-93792622382B}" type="datetimeFigureOut">
              <a:rPr lang="ko-KR" altLang="en-US" smtClean="0"/>
              <a:t>2025-06-16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DFB5A58-F5A1-0D32-3C7A-CED43FC78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7632714-8D3C-437C-4D7C-6364221D7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1ED08-62DE-4571-9B52-1784041A21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5497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C23D74-E008-59AC-4F6D-23CAD6EB9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70CD52A-C252-6E74-2130-51D71B748A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80B3FF9-FF1C-22B2-E1E2-96014D67B0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210CCE1-AE30-93E6-DB3A-01EF676467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C6AC541-7F11-4FA9-EE77-E1386DD6BB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ACF4B7A-7C8A-220F-D784-132CA611A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5052F-5850-43E1-B7E1-93792622382B}" type="datetimeFigureOut">
              <a:rPr lang="ko-KR" altLang="en-US" smtClean="0"/>
              <a:t>2025-06-16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A76546A-7C85-2076-DF45-546CA21CB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20426D3-3AD4-EBC2-3D99-B8A3A0489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1ED08-62DE-4571-9B52-1784041A21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44768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C5C879-1AE8-805D-FD96-38A36341E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0EA1703-B273-3E22-B188-ACFD36BCC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5052F-5850-43E1-B7E1-93792622382B}" type="datetimeFigureOut">
              <a:rPr lang="ko-KR" altLang="en-US" smtClean="0"/>
              <a:t>2025-06-16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995F97C-ACED-7000-0B4F-05A23636A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3FCFBB6-0D1C-41A9-0BC4-2D038B9E9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1ED08-62DE-4571-9B52-1784041A21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92948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22A52A4-7481-BE36-06EB-631E4120B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5052F-5850-43E1-B7E1-93792622382B}" type="datetimeFigureOut">
              <a:rPr lang="ko-KR" altLang="en-US" smtClean="0"/>
              <a:t>2025-06-16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A60ADF3-4B32-A076-42F4-47CBCF496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4E4AE95-0A8C-DD47-F7B8-106ECCD6C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1ED08-62DE-4571-9B52-1784041A21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57405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F82DDC-40F8-296A-CF26-D17C1F28B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46EB4BC-69F3-E1CB-8B3B-C4F68D7C5D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FDEBDE2-3665-0178-EA9F-D5CBB0EAAA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9751604-32C9-EBA3-A298-821A682C7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5052F-5850-43E1-B7E1-93792622382B}" type="datetimeFigureOut">
              <a:rPr lang="ko-KR" altLang="en-US" smtClean="0"/>
              <a:t>2025-06-16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5CEC76B-890C-980A-A7B4-25B84FC23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F7A27E5-7381-6E6C-AE39-063697B5D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1ED08-62DE-4571-9B52-1784041A21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22038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4F6317-6E1B-760B-C642-F671C2712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B94F391-B3F6-081D-EA04-919B8C8263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0974A16-4BCC-4FC1-9B47-945B939F52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39F615F-2779-47CD-8733-7B6C4B7A8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5052F-5850-43E1-B7E1-93792622382B}" type="datetimeFigureOut">
              <a:rPr lang="ko-KR" altLang="en-US" smtClean="0"/>
              <a:t>2025-06-16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2117EB3-57FE-4242-9BD6-F74C05710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6CC593A-B752-0300-F3A6-2C44B7868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1ED08-62DE-4571-9B52-1784041A21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29246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D2DED7-CFD1-B424-20A0-D538F2892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91D28FA-535E-A7B5-FBCB-866BEC1945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797D35E-BD48-E4AA-78B7-DD41CE940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5052F-5850-43E1-B7E1-93792622382B}" type="datetimeFigureOut">
              <a:rPr lang="ko-KR" altLang="en-US" smtClean="0"/>
              <a:t>2025-06-16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9AC24CD-7A57-1296-DC9C-2711AEA3F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23A3AB9-B889-E730-0051-27A03C41A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1ED08-62DE-4571-9B52-1784041A21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7337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0C35FB6-468F-D953-A6D5-A18AA81234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763E30F-F88A-579F-922F-69A98DC0F7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578CE5A-1627-6E42-4294-4DA4772DC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5052F-5850-43E1-B7E1-93792622382B}" type="datetimeFigureOut">
              <a:rPr lang="ko-KR" altLang="en-US" smtClean="0"/>
              <a:t>2025-06-16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FD88A32-97E2-9F73-67DD-0C63CFC16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2DB6E8D-41E8-76E3-3B5E-AE95325C8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1ED08-62DE-4571-9B52-1784041A21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757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7253284-4975-994B-F864-3246B7D8A0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B8FCF70-D357-462C-FAE7-96A14080FC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B88596A-9722-5578-5AD7-BEEFAF4D27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E5052F-5850-43E1-B7E1-93792622382B}" type="datetimeFigureOut">
              <a:rPr lang="ko-KR" altLang="en-US" smtClean="0"/>
              <a:t>2025-06-16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B1B785A-BB74-AFEC-F0D7-9D536E73F4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78423EC-9F9C-8184-7FDC-39162E2900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21ED08-62DE-4571-9B52-1784041A21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02534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B3BD6E-C67B-E541-4618-4AF585F4F87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2025-05-29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0440E84-7BBC-039E-BE09-C9AF1B9A281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이준우</a:t>
            </a:r>
          </a:p>
        </p:txBody>
      </p:sp>
    </p:spTree>
    <p:extLst>
      <p:ext uri="{BB962C8B-B14F-4D97-AF65-F5344CB8AC3E}">
        <p14:creationId xmlns:p14="http://schemas.microsoft.com/office/powerpoint/2010/main" val="25412500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9291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287D37-4C3C-6EBA-08D5-67FCB5F7F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CMOS XOR </a:t>
            </a:r>
            <a:r>
              <a:rPr lang="ko-KR" altLang="en-US" dirty="0"/>
              <a:t>게이트의 회로도</a:t>
            </a:r>
          </a:p>
        </p:txBody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91B52781-7060-F1FA-72BA-7D7AA38A06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93863"/>
            <a:ext cx="1051560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2422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8F15E4-3E1B-4B47-2909-F3645D3F5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XOR </a:t>
            </a:r>
            <a:r>
              <a:rPr lang="ko-KR" altLang="en-US" dirty="0"/>
              <a:t>게이트의 </a:t>
            </a:r>
            <a:r>
              <a:rPr lang="ko-KR" altLang="en-US" dirty="0" err="1" smtClean="0"/>
              <a:t>진리표와</a:t>
            </a:r>
            <a:r>
              <a:rPr lang="ko-KR" altLang="en-US" dirty="0" smtClean="0"/>
              <a:t> </a:t>
            </a:r>
            <a:r>
              <a:rPr lang="ko-KR" altLang="en-US" dirty="0"/>
              <a:t>회로도</a:t>
            </a:r>
          </a:p>
        </p:txBody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BA26F9CD-A554-C21C-D625-EDCE8A1967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46395"/>
            <a:ext cx="10515600" cy="4160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30139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BE0C55-C839-3F3B-6780-42ED096B4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CMOS NAND </a:t>
            </a:r>
            <a:r>
              <a:rPr lang="ko-KR" altLang="en-US" dirty="0"/>
              <a:t>게이트의 회로도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78047E4-7966-A210-AEDE-096ECF233C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B=0 </a:t>
            </a:r>
            <a:r>
              <a:rPr lang="ko-KR" altLang="en-US" dirty="0"/>
              <a:t>→ </a:t>
            </a:r>
            <a:r>
              <a:rPr lang="en-US" altLang="ko-KR" dirty="0"/>
              <a:t>PASS TR </a:t>
            </a:r>
            <a:r>
              <a:rPr lang="ko-KR" altLang="en-US" dirty="0"/>
              <a:t>활성화 →</a:t>
            </a:r>
            <a:r>
              <a:rPr lang="en-US" altLang="ko-KR" dirty="0"/>
              <a:t>A</a:t>
            </a:r>
            <a:r>
              <a:rPr lang="ko-KR" altLang="en-US" dirty="0"/>
              <a:t>에 의해서 결정</a:t>
            </a:r>
            <a:endParaRPr lang="en-US" altLang="ko-KR" dirty="0"/>
          </a:p>
          <a:p>
            <a:r>
              <a:rPr lang="en-US" altLang="ko-KR" dirty="0"/>
              <a:t>B=1 </a:t>
            </a:r>
            <a:r>
              <a:rPr lang="ko-KR" altLang="en-US" dirty="0"/>
              <a:t>→ </a:t>
            </a:r>
            <a:r>
              <a:rPr lang="ko-KR" altLang="en-US" dirty="0" err="1"/>
              <a:t>앞단</a:t>
            </a:r>
            <a:r>
              <a:rPr lang="ko-KR" altLang="en-US" dirty="0"/>
              <a:t> </a:t>
            </a:r>
            <a:r>
              <a:rPr lang="en-US" altLang="ko-KR" dirty="0"/>
              <a:t>NOT </a:t>
            </a:r>
            <a:r>
              <a:rPr lang="ko-KR" altLang="en-US" dirty="0"/>
              <a:t>활성화 → </a:t>
            </a:r>
            <a:r>
              <a:rPr lang="en-US" altLang="ko-KR" dirty="0"/>
              <a:t>NOT</a:t>
            </a:r>
            <a:r>
              <a:rPr lang="ko-KR" altLang="en-US" dirty="0"/>
              <a:t>의 결과에 의해 </a:t>
            </a:r>
            <a:r>
              <a:rPr lang="ko-KR" altLang="en-US" dirty="0" smtClean="0"/>
              <a:t>결정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023054"/>
            <a:ext cx="10515600" cy="2929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68657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CMOS NAND </a:t>
            </a:r>
            <a:r>
              <a:rPr lang="ko-KR" altLang="en-US" dirty="0" smtClean="0"/>
              <a:t>게이트의 </a:t>
            </a:r>
            <a:r>
              <a:rPr lang="ko-KR" altLang="en-US" dirty="0" err="1" smtClean="0"/>
              <a:t>진리표</a:t>
            </a:r>
            <a:r>
              <a:rPr lang="ko-KR" altLang="en-US" dirty="0" smtClean="0"/>
              <a:t>　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6" name="내용 개체 틀 3"/>
          <p:cNvPicPr>
            <a:picLocks noChangeAspect="1"/>
          </p:cNvPicPr>
          <p:nvPr/>
        </p:nvPicPr>
        <p:blipFill rotWithShape="1">
          <a:blip r:embed="rId2"/>
          <a:srcRect t="-495" r="21406" b="-1"/>
          <a:stretch/>
        </p:blipFill>
        <p:spPr>
          <a:xfrm>
            <a:off x="838200" y="1669143"/>
            <a:ext cx="10515599" cy="4372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45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B3A6D4-9EA6-7BF5-5FB5-77B5EA12B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ＣＭＯＳ</a:t>
            </a:r>
            <a:r>
              <a:rPr lang="en-US" altLang="ko-KR" dirty="0" smtClean="0"/>
              <a:t> </a:t>
            </a:r>
            <a:r>
              <a:rPr lang="ko-KR" altLang="en-US" dirty="0"/>
              <a:t>게이트의 </a:t>
            </a:r>
            <a:r>
              <a:rPr lang="ko-KR" altLang="en-US" dirty="0" err="1"/>
              <a:t>진리표와</a:t>
            </a:r>
            <a:r>
              <a:rPr lang="ko-KR" altLang="en-US" dirty="0"/>
              <a:t> 회로도</a:t>
            </a:r>
            <a:endParaRPr lang="ko-KR" altLang="en-US" dirty="0"/>
          </a:p>
        </p:txBody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F9727419-BBC0-A84B-6631-3E06481783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27016"/>
            <a:ext cx="10515600" cy="3810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7881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376</TotalTime>
  <Words>43</Words>
  <Application>Microsoft Office PowerPoint</Application>
  <PresentationFormat>와이드스크린</PresentationFormat>
  <Paragraphs>9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맑은 고딕</vt:lpstr>
      <vt:lpstr>Arial</vt:lpstr>
      <vt:lpstr>Office 테마</vt:lpstr>
      <vt:lpstr>2025-05-29</vt:lpstr>
      <vt:lpstr>PowerPoint 프레젠테이션</vt:lpstr>
      <vt:lpstr>CMOS XOR 게이트의 회로도</vt:lpstr>
      <vt:lpstr>XOR 게이트의 진리표와 회로도</vt:lpstr>
      <vt:lpstr>CMOS NAND 게이트의 회로도</vt:lpstr>
      <vt:lpstr>CMOS NAND 게이트의 진리표　</vt:lpstr>
      <vt:lpstr>ＣＭＯＳ 게이트의 진리표와 회로도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2025-05-29</dc:title>
  <dc:creator>leejunwoo</dc:creator>
  <cp:lastModifiedBy>user</cp:lastModifiedBy>
  <cp:revision>5</cp:revision>
  <dcterms:created xsi:type="dcterms:W3CDTF">2025-06-14T01:32:42Z</dcterms:created>
  <dcterms:modified xsi:type="dcterms:W3CDTF">2025-06-15T23:51:58Z</dcterms:modified>
</cp:coreProperties>
</file>