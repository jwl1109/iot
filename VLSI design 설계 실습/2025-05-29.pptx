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7" r:id="rId5"/>
    <p:sldId id="261" r:id="rId6"/>
    <p:sldId id="259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3F3D40-0EF6-4CDB-8646-E6EAE54275BD}" v="12" dt="2025-06-15T01:49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94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ejunwoo" userId="ade3442d-99ca-4e86-850b-c78e88f8ef40" providerId="ADAL" clId="{D53F3D40-0EF6-4CDB-8646-E6EAE54275BD}"/>
    <pc:docChg chg="custSel addSld modSld sldOrd modMainMaster">
      <pc:chgData name="leejunwoo" userId="ade3442d-99ca-4e86-850b-c78e88f8ef40" providerId="ADAL" clId="{D53F3D40-0EF6-4CDB-8646-E6EAE54275BD}" dt="2025-06-15T01:49:56.427" v="105"/>
      <pc:docMkLst>
        <pc:docMk/>
      </pc:docMkLst>
      <pc:sldChg chg="addSp delSp modSp mod setBg">
        <pc:chgData name="leejunwoo" userId="ade3442d-99ca-4e86-850b-c78e88f8ef40" providerId="ADAL" clId="{D53F3D40-0EF6-4CDB-8646-E6EAE54275BD}" dt="2025-06-14T05:26:17.126" v="7"/>
        <pc:sldMkLst>
          <pc:docMk/>
          <pc:sldMk cId="2541250028" sldId="256"/>
        </pc:sldMkLst>
        <pc:picChg chg="add del mod">
          <ac:chgData name="leejunwoo" userId="ade3442d-99ca-4e86-850b-c78e88f8ef40" providerId="ADAL" clId="{D53F3D40-0EF6-4CDB-8646-E6EAE54275BD}" dt="2025-06-14T05:26:02.846" v="5" actId="478"/>
          <ac:picMkLst>
            <pc:docMk/>
            <pc:sldMk cId="2541250028" sldId="256"/>
            <ac:picMk id="4" creationId="{0C9029E3-F5A7-C100-E8CC-06AC26F0BEBE}"/>
          </ac:picMkLst>
        </pc:picChg>
      </pc:sldChg>
      <pc:sldChg chg="new">
        <pc:chgData name="leejunwoo" userId="ade3442d-99ca-4e86-850b-c78e88f8ef40" providerId="ADAL" clId="{D53F3D40-0EF6-4CDB-8646-E6EAE54275BD}" dt="2025-06-14T01:33:10.119" v="0" actId="680"/>
        <pc:sldMkLst>
          <pc:docMk/>
          <pc:sldMk cId="2896865712" sldId="257"/>
        </pc:sldMkLst>
      </pc:sldChg>
      <pc:sldChg chg="addSp delSp modSp new mod ord">
        <pc:chgData name="leejunwoo" userId="ade3442d-99ca-4e86-850b-c78e88f8ef40" providerId="ADAL" clId="{D53F3D40-0EF6-4CDB-8646-E6EAE54275BD}" dt="2025-06-15T01:46:27.678" v="23"/>
        <pc:sldMkLst>
          <pc:docMk/>
          <pc:sldMk cId="4182242256" sldId="258"/>
        </pc:sldMkLst>
        <pc:spChg chg="mod">
          <ac:chgData name="leejunwoo" userId="ade3442d-99ca-4e86-850b-c78e88f8ef40" providerId="ADAL" clId="{D53F3D40-0EF6-4CDB-8646-E6EAE54275BD}" dt="2025-06-15T01:46:27.678" v="23"/>
          <ac:spMkLst>
            <pc:docMk/>
            <pc:sldMk cId="4182242256" sldId="258"/>
            <ac:spMk id="2" creationId="{42287D37-4C3C-6EBA-08D5-67FCB5F7FA17}"/>
          </ac:spMkLst>
        </pc:spChg>
        <pc:spChg chg="del">
          <ac:chgData name="leejunwoo" userId="ade3442d-99ca-4e86-850b-c78e88f8ef40" providerId="ADAL" clId="{D53F3D40-0EF6-4CDB-8646-E6EAE54275BD}" dt="2025-06-15T01:46:14.385" v="20"/>
          <ac:spMkLst>
            <pc:docMk/>
            <pc:sldMk cId="4182242256" sldId="258"/>
            <ac:spMk id="3" creationId="{CA0CD1A4-3F3B-0333-2D20-2FB1C4DC7928}"/>
          </ac:spMkLst>
        </pc:spChg>
        <pc:picChg chg="add mod">
          <ac:chgData name="leejunwoo" userId="ade3442d-99ca-4e86-850b-c78e88f8ef40" providerId="ADAL" clId="{D53F3D40-0EF6-4CDB-8646-E6EAE54275BD}" dt="2025-06-15T01:46:22.232" v="22" actId="14100"/>
          <ac:picMkLst>
            <pc:docMk/>
            <pc:sldMk cId="4182242256" sldId="258"/>
            <ac:picMk id="4" creationId="{91B52781-7060-F1FA-72BA-7D7AA38A06C9}"/>
          </ac:picMkLst>
        </pc:picChg>
      </pc:sldChg>
      <pc:sldChg chg="addSp delSp modSp new mod ord">
        <pc:chgData name="leejunwoo" userId="ade3442d-99ca-4e86-850b-c78e88f8ef40" providerId="ADAL" clId="{D53F3D40-0EF6-4CDB-8646-E6EAE54275BD}" dt="2025-06-15T01:45:56.774" v="17"/>
        <pc:sldMkLst>
          <pc:docMk/>
          <pc:sldMk cId="3295788102" sldId="259"/>
        </pc:sldMkLst>
        <pc:spChg chg="mod">
          <ac:chgData name="leejunwoo" userId="ade3442d-99ca-4e86-850b-c78e88f8ef40" providerId="ADAL" clId="{D53F3D40-0EF6-4CDB-8646-E6EAE54275BD}" dt="2025-06-14T06:51:54.542" v="15"/>
          <ac:spMkLst>
            <pc:docMk/>
            <pc:sldMk cId="3295788102" sldId="259"/>
            <ac:spMk id="2" creationId="{9DB3A6D4-9EA6-7BF5-5FB5-77B5EA12BA46}"/>
          </ac:spMkLst>
        </pc:spChg>
        <pc:spChg chg="del">
          <ac:chgData name="leejunwoo" userId="ade3442d-99ca-4e86-850b-c78e88f8ef40" providerId="ADAL" clId="{D53F3D40-0EF6-4CDB-8646-E6EAE54275BD}" dt="2025-06-14T05:33:40.477" v="8"/>
          <ac:spMkLst>
            <pc:docMk/>
            <pc:sldMk cId="3295788102" sldId="259"/>
            <ac:spMk id="3" creationId="{DAB1DD81-233C-83DC-E6F3-F4FD852AB86C}"/>
          </ac:spMkLst>
        </pc:spChg>
        <pc:picChg chg="add mod">
          <ac:chgData name="leejunwoo" userId="ade3442d-99ca-4e86-850b-c78e88f8ef40" providerId="ADAL" clId="{D53F3D40-0EF6-4CDB-8646-E6EAE54275BD}" dt="2025-06-14T05:33:47.281" v="10" actId="14100"/>
          <ac:picMkLst>
            <pc:docMk/>
            <pc:sldMk cId="3295788102" sldId="259"/>
            <ac:picMk id="4" creationId="{F9727419-BBC0-A84B-6631-3E064817838C}"/>
          </ac:picMkLst>
        </pc:picChg>
      </pc:sldChg>
      <pc:sldChg chg="addSp delSp modSp new mod">
        <pc:chgData name="leejunwoo" userId="ade3442d-99ca-4e86-850b-c78e88f8ef40" providerId="ADAL" clId="{D53F3D40-0EF6-4CDB-8646-E6EAE54275BD}" dt="2025-06-15T01:49:56.427" v="105"/>
        <pc:sldMkLst>
          <pc:docMk/>
          <pc:sldMk cId="3343013932" sldId="260"/>
        </pc:sldMkLst>
        <pc:spChg chg="mod">
          <ac:chgData name="leejunwoo" userId="ade3442d-99ca-4e86-850b-c78e88f8ef40" providerId="ADAL" clId="{D53F3D40-0EF6-4CDB-8646-E6EAE54275BD}" dt="2025-06-15T01:49:56.427" v="105"/>
          <ac:spMkLst>
            <pc:docMk/>
            <pc:sldMk cId="3343013932" sldId="260"/>
            <ac:spMk id="2" creationId="{248F15E4-3E1B-4B47-2909-F3645D3F5073}"/>
          </ac:spMkLst>
        </pc:spChg>
        <pc:spChg chg="del">
          <ac:chgData name="leejunwoo" userId="ade3442d-99ca-4e86-850b-c78e88f8ef40" providerId="ADAL" clId="{D53F3D40-0EF6-4CDB-8646-E6EAE54275BD}" dt="2025-06-14T05:34:02.703" v="11"/>
          <ac:spMkLst>
            <pc:docMk/>
            <pc:sldMk cId="3343013932" sldId="260"/>
            <ac:spMk id="3" creationId="{5DA8E02B-2538-8532-6E9E-A32AD2355061}"/>
          </ac:spMkLst>
        </pc:spChg>
        <pc:picChg chg="add mod">
          <ac:chgData name="leejunwoo" userId="ade3442d-99ca-4e86-850b-c78e88f8ef40" providerId="ADAL" clId="{D53F3D40-0EF6-4CDB-8646-E6EAE54275BD}" dt="2025-06-14T05:34:10.345" v="14" actId="14100"/>
          <ac:picMkLst>
            <pc:docMk/>
            <pc:sldMk cId="3343013932" sldId="260"/>
            <ac:picMk id="4" creationId="{BA26F9CD-A554-C21C-D625-EDCE8A19679D}"/>
          </ac:picMkLst>
        </pc:picChg>
      </pc:sldChg>
      <pc:sldMasterChg chg="setBg modSldLayout">
        <pc:chgData name="leejunwoo" userId="ade3442d-99ca-4e86-850b-c78e88f8ef40" providerId="ADAL" clId="{D53F3D40-0EF6-4CDB-8646-E6EAE54275BD}" dt="2025-06-14T05:26:17.126" v="7"/>
        <pc:sldMasterMkLst>
          <pc:docMk/>
          <pc:sldMasterMk cId="4140253405" sldId="2147483648"/>
        </pc:sldMasterMkLst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81196410" sldId="2147483649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190882459" sldId="2147483650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713177568" sldId="2147483651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412549709" sldId="2147483652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34476892" sldId="2147483653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59294866" sldId="2147483654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235740584" sldId="2147483655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542203840" sldId="2147483656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012924669" sldId="2147483657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47337857" sldId="2147483658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517577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9E564-F095-6F4E-3D00-BF90F95F8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DFB3A5-BD17-2D33-4B6B-06D1152FF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120156-66A5-1894-240F-935885AE3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75BA77-C81E-1102-5B95-89E94D603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2C1757-20B8-F0EF-F901-153CDFA3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19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109322-960C-C72C-93B8-D0199E77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12A323-A089-B474-305D-0305340E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DE7924-9C41-EE06-F97B-EF20D6BF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1DCAD9-539F-2592-2935-306977C65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323D2-5BBE-D54F-89A4-E26744FE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882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86CAF-039A-2F4D-D9E2-6AB4105C5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339C65-6DB6-35FD-9BEE-91F8DBEB3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FC363C-4B22-8DAF-F1F7-C9F6EAD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9E2294-CF0E-93E5-0D6E-5650C072B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2F6B0B-277D-92A5-5216-C16E7D73E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317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C266A-B737-6372-37C9-FE69672D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E25DA2-0CE2-F646-9C4A-7E6FED91A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DF34A4-1103-FF18-FC7D-DEE342C9A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9AC55E-331F-9CC5-079F-A09C0C86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FB5A58-F5A1-0D32-3C7A-CED43FC7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632714-8D3C-437C-4D7C-6364221D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49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C23D74-E008-59AC-4F6D-23CAD6EB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0CD52A-C252-6E74-2130-51D71B748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0B3FF9-FF1C-22B2-E1E2-96014D67B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10CCE1-AE30-93E6-DB3A-01EF6764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C6AC541-7F11-4FA9-EE77-E1386DD6B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CF4B7A-7C8A-220F-D784-132CA611A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76546A-7C85-2076-DF45-546CA21CB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0426D3-3AD4-EBC2-3D99-B8A3A048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476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5C879-1AE8-805D-FD96-38A36341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EA1703-B273-3E22-B188-ACFD36BC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95F97C-ACED-7000-0B4F-05A23636A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FCFBB6-0D1C-41A9-0BC4-2D038B9E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29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22A52A4-7481-BE36-06EB-631E412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A60ADF3-4B32-A076-42F4-47CBCF496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4AE95-0A8C-DD47-F7B8-106ECCD6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740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82DDC-40F8-296A-CF26-D17C1F28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EB4BC-69F3-E1CB-8B3B-C4F68D7C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DEBDE2-3665-0178-EA9F-D5CBB0EAA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751604-32C9-EBA3-A298-821A682C7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CEC76B-890C-980A-A7B4-25B84FC2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7A27E5-7381-6E6C-AE39-063697B5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20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F6317-6E1B-760B-C642-F671C2712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94F391-B3F6-081D-EA04-919B8C826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974A16-4BCC-4FC1-9B47-945B939F5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9F615F-2779-47CD-8733-7B6C4B7A8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117EB3-57FE-4242-9BD6-F74C0571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CC593A-B752-0300-F3A6-2C44B786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924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2DED7-CFD1-B424-20A0-D538F289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1D28FA-535E-A7B5-FBCB-866BEC194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7D35E-BD48-E4AA-78B7-DD41CE940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C24CD-7A57-1296-DC9C-2711AEA3F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A3AB9-B889-E730-0051-27A03C41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33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C35FB6-468F-D953-A6D5-A18AA8123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3E30F-F88A-579F-922F-69A98DC0F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78CE5A-1627-6E42-4294-4DA4772D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D88A32-97E2-9F73-67DD-0C63CFC1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DB6E8D-41E8-76E3-3B5E-AE95325C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253284-4975-994B-F864-3246B7D8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8FCF70-D357-462C-FAE7-96A14080F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8596A-9722-5578-5AD7-BEEFAF4D2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1B785A-BB74-AFEC-F0D7-9D536E73F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8423EC-9F9C-8184-7FDC-39162E290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0253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3BD6E-C67B-E541-4618-4AF585F4F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440E84-7BBC-039E-BE09-C9AF1B9A28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541250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87D37-4C3C-6EBA-08D5-67FCB5F7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XOR </a:t>
            </a:r>
            <a:r>
              <a:rPr lang="ko-KR" altLang="en-US" dirty="0"/>
              <a:t>게이트의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91B52781-7060-F1FA-72BA-7D7AA38A06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3863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42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8F15E4-3E1B-4B47-2909-F3645D3F5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XOR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BA26F9CD-A554-C21C-D625-EDCE8A1967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395"/>
            <a:ext cx="10515600" cy="41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1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E0C55-C839-3F3B-6780-42ED096B4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회로도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8047E4-7966-A210-AEDE-096ECF233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B=0 </a:t>
            </a:r>
            <a:r>
              <a:rPr lang="ko-KR" altLang="en-US" dirty="0"/>
              <a:t>→ </a:t>
            </a:r>
            <a:r>
              <a:rPr lang="en-US" altLang="ko-KR" dirty="0"/>
              <a:t>PASS TR </a:t>
            </a:r>
            <a:r>
              <a:rPr lang="ko-KR" altLang="en-US" dirty="0"/>
              <a:t>활성화 →</a:t>
            </a:r>
            <a:r>
              <a:rPr lang="en-US" altLang="ko-KR" dirty="0"/>
              <a:t>A</a:t>
            </a:r>
            <a:r>
              <a:rPr lang="ko-KR" altLang="en-US" dirty="0"/>
              <a:t>에 의해서 결정</a:t>
            </a:r>
            <a:endParaRPr lang="en-US" altLang="ko-KR" dirty="0"/>
          </a:p>
          <a:p>
            <a:r>
              <a:rPr lang="en-US" altLang="ko-KR" dirty="0"/>
              <a:t>B=1 </a:t>
            </a:r>
            <a:r>
              <a:rPr lang="ko-KR" altLang="en-US" dirty="0"/>
              <a:t>→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en-US" altLang="ko-KR" dirty="0"/>
              <a:t>NOT </a:t>
            </a:r>
            <a:r>
              <a:rPr lang="ko-KR" altLang="en-US" dirty="0"/>
              <a:t>활성화 → </a:t>
            </a:r>
            <a:r>
              <a:rPr lang="en-US" altLang="ko-KR" dirty="0"/>
              <a:t>NOT</a:t>
            </a:r>
            <a:r>
              <a:rPr lang="ko-KR" altLang="en-US" dirty="0"/>
              <a:t>의 결과에 의해 결정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23054"/>
            <a:ext cx="10515600" cy="292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86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</a:t>
            </a:r>
            <a:r>
              <a:rPr lang="ko-KR" altLang="en-US" dirty="0"/>
              <a:t>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내용 개체 틀 3"/>
          <p:cNvPicPr>
            <a:picLocks noChangeAspect="1"/>
          </p:cNvPicPr>
          <p:nvPr/>
        </p:nvPicPr>
        <p:blipFill rotWithShape="1">
          <a:blip r:embed="rId2"/>
          <a:srcRect t="-495" r="21406" b="-1"/>
          <a:stretch/>
        </p:blipFill>
        <p:spPr>
          <a:xfrm>
            <a:off x="838200" y="1669143"/>
            <a:ext cx="10515599" cy="43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45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3A6D4-9EA6-7BF5-5FB5-77B5EA12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NOR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F9727419-BBC0-A84B-6631-3E0648178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016"/>
            <a:ext cx="10515600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788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6_CNT_C</a:t>
            </a:r>
            <a:r>
              <a:rPr lang="ko-KR" altLang="en-US" dirty="0"/>
              <a:t>의 회로도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8"/>
            <a:ext cx="554808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057" y="1690688"/>
            <a:ext cx="47441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291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6_CNT_C(6</a:t>
            </a:r>
            <a:r>
              <a:rPr lang="ko-KR" altLang="en-US" dirty="0"/>
              <a:t>진 카운터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입력 신호</a:t>
            </a:r>
            <a:r>
              <a:rPr lang="en-US" altLang="ko-KR" sz="2400" dirty="0"/>
              <a:t>: CLK, RESET</a:t>
            </a:r>
          </a:p>
          <a:p>
            <a:r>
              <a:rPr lang="ko-KR" altLang="en-US" sz="2400" dirty="0"/>
              <a:t>출력 신호</a:t>
            </a:r>
            <a:r>
              <a:rPr lang="en-US" altLang="ko-KR" sz="2400" dirty="0"/>
              <a:t>: Q[2:0]</a:t>
            </a:r>
          </a:p>
          <a:p>
            <a:r>
              <a:rPr lang="ko-KR" altLang="en-US" sz="2400" dirty="0"/>
              <a:t>작동 방식</a:t>
            </a:r>
            <a:r>
              <a:rPr lang="en-US" altLang="ko-KR" sz="2400" dirty="0"/>
              <a:t>: CLK</a:t>
            </a:r>
            <a:r>
              <a:rPr lang="ko-KR" altLang="en-US" sz="2400" dirty="0"/>
              <a:t>의 </a:t>
            </a:r>
            <a:r>
              <a:rPr lang="ko-KR" altLang="en-US" sz="2400" dirty="0" err="1"/>
              <a:t>엣지에</a:t>
            </a:r>
            <a:r>
              <a:rPr lang="ko-KR" altLang="en-US" sz="2400" dirty="0"/>
              <a:t> 따라 </a:t>
            </a:r>
            <a:r>
              <a:rPr lang="en-US" altLang="ko-KR" sz="2400" dirty="0"/>
              <a:t>Q </a:t>
            </a:r>
            <a:r>
              <a:rPr lang="ko-KR" altLang="en-US" sz="2400" dirty="0"/>
              <a:t>값이 증가하고</a:t>
            </a:r>
            <a:r>
              <a:rPr lang="en-US" altLang="ko-KR" sz="2400" dirty="0"/>
              <a:t>, Q</a:t>
            </a:r>
            <a:r>
              <a:rPr lang="ko-KR" altLang="en-US" sz="2400" dirty="0"/>
              <a:t>가 </a:t>
            </a:r>
            <a:r>
              <a:rPr lang="en-US" altLang="ko-KR" sz="2400" dirty="0"/>
              <a:t>5</a:t>
            </a:r>
            <a:r>
              <a:rPr lang="ko-KR" altLang="en-US" sz="2400" dirty="0"/>
              <a:t>의 값을 가지면</a:t>
            </a:r>
            <a:r>
              <a:rPr lang="en-US" altLang="ko-KR" sz="2400" dirty="0"/>
              <a:t>, </a:t>
            </a:r>
            <a:r>
              <a:rPr lang="ko-KR" altLang="en-US" sz="2400" dirty="0"/>
              <a:t>다음 </a:t>
            </a:r>
            <a:r>
              <a:rPr lang="en-US" altLang="ko-KR" sz="2400" dirty="0"/>
              <a:t>CLK</a:t>
            </a:r>
            <a:r>
              <a:rPr lang="ko-KR" altLang="en-US" sz="2400" dirty="0"/>
              <a:t>에서는 다시 </a:t>
            </a:r>
            <a:r>
              <a:rPr lang="en-US" altLang="ko-KR" sz="2400" dirty="0"/>
              <a:t>0</a:t>
            </a:r>
            <a:r>
              <a:rPr lang="ko-KR" altLang="en-US" sz="2400" dirty="0"/>
              <a:t>으로 돌아간다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카운터 특성</a:t>
            </a:r>
            <a:r>
              <a:rPr lang="en-US" altLang="ko-KR" sz="2400" dirty="0"/>
              <a:t>: </a:t>
            </a:r>
            <a:r>
              <a:rPr lang="ko-KR" altLang="en-US" sz="2400" dirty="0"/>
              <a:t>모든 </a:t>
            </a:r>
            <a:r>
              <a:rPr lang="ko-KR" altLang="en-US" sz="2400" dirty="0" err="1"/>
              <a:t>플립플롭의</a:t>
            </a:r>
            <a:r>
              <a:rPr lang="ko-KR" altLang="en-US" sz="2400" dirty="0"/>
              <a:t> 클럭이 같은 입력 클럭을 통해서 연결되며</a:t>
            </a:r>
            <a:r>
              <a:rPr lang="en-US" altLang="ko-KR" sz="2400" dirty="0"/>
              <a:t>, </a:t>
            </a:r>
            <a:r>
              <a:rPr lang="ko-KR" altLang="en-US" sz="2400" dirty="0"/>
              <a:t>상태 전이는 클럭의 신호 상승</a:t>
            </a:r>
            <a:r>
              <a:rPr lang="en-US" altLang="ko-KR" sz="2400" dirty="0"/>
              <a:t>/</a:t>
            </a:r>
            <a:r>
              <a:rPr lang="ko-KR" altLang="en-US" sz="2400" dirty="0"/>
              <a:t>하강 </a:t>
            </a:r>
            <a:r>
              <a:rPr lang="ko-KR" altLang="en-US" sz="2400" dirty="0" err="1"/>
              <a:t>엣지에서</a:t>
            </a:r>
            <a:r>
              <a:rPr lang="ko-KR" altLang="en-US" sz="2400" dirty="0"/>
              <a:t> 동시에 발생한다</a:t>
            </a:r>
            <a:r>
              <a:rPr lang="en-US" altLang="ko-KR" sz="2400" dirty="0"/>
              <a:t>. </a:t>
            </a:r>
            <a:r>
              <a:rPr lang="ko-KR" altLang="en-US" sz="2400" dirty="0"/>
              <a:t>이로 인해 속도 측면에서 이점을 가진다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87074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10_CNT_C</a:t>
            </a:r>
            <a:r>
              <a:rPr lang="ko-KR" altLang="en-US" dirty="0"/>
              <a:t>의 회로도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3775"/>
            <a:ext cx="10515600" cy="426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245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10_CNT_C(10</a:t>
            </a:r>
            <a:r>
              <a:rPr lang="ko-KR" altLang="en-US" dirty="0"/>
              <a:t>진 카운터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입력 신호</a:t>
            </a:r>
            <a:r>
              <a:rPr lang="en-US" altLang="ko-KR" sz="2400" dirty="0"/>
              <a:t>: CLK, RESET</a:t>
            </a:r>
          </a:p>
          <a:p>
            <a:r>
              <a:rPr lang="ko-KR" altLang="en-US" sz="2400" dirty="0"/>
              <a:t>출력 신호</a:t>
            </a:r>
            <a:r>
              <a:rPr lang="en-US" altLang="ko-KR" sz="2400" dirty="0"/>
              <a:t>: Q[4:0] </a:t>
            </a:r>
          </a:p>
          <a:p>
            <a:r>
              <a:rPr lang="ko-KR" altLang="en-US" sz="2400" dirty="0"/>
              <a:t>작동 방식</a:t>
            </a:r>
            <a:r>
              <a:rPr lang="en-US" altLang="ko-KR" sz="2400" dirty="0"/>
              <a:t>: CLK</a:t>
            </a:r>
            <a:r>
              <a:rPr lang="ko-KR" altLang="en-US" sz="2400" dirty="0"/>
              <a:t>의 </a:t>
            </a:r>
            <a:r>
              <a:rPr lang="ko-KR" altLang="en-US" sz="2400" dirty="0" err="1"/>
              <a:t>엣지에</a:t>
            </a:r>
            <a:r>
              <a:rPr lang="ko-KR" altLang="en-US" sz="2400" dirty="0"/>
              <a:t> 따라 </a:t>
            </a:r>
            <a:r>
              <a:rPr lang="en-US" altLang="ko-KR" sz="2400" dirty="0"/>
              <a:t>Q </a:t>
            </a:r>
            <a:r>
              <a:rPr lang="ko-KR" altLang="en-US" sz="2400" dirty="0"/>
              <a:t>값이 증가하고</a:t>
            </a:r>
            <a:r>
              <a:rPr lang="en-US" altLang="ko-KR" sz="2400" dirty="0"/>
              <a:t>, Q</a:t>
            </a:r>
            <a:r>
              <a:rPr lang="ko-KR" altLang="en-US" sz="2400" dirty="0"/>
              <a:t>가 </a:t>
            </a:r>
            <a:r>
              <a:rPr lang="en-US" altLang="ko-KR" sz="2400" dirty="0"/>
              <a:t>9</a:t>
            </a:r>
            <a:r>
              <a:rPr lang="ko-KR" altLang="en-US" sz="2400" dirty="0"/>
              <a:t>의 값을 가지면</a:t>
            </a:r>
            <a:r>
              <a:rPr lang="en-US" altLang="ko-KR" sz="2400" dirty="0"/>
              <a:t>, </a:t>
            </a:r>
            <a:r>
              <a:rPr lang="ko-KR" altLang="en-US" sz="2400" dirty="0"/>
              <a:t>다음 </a:t>
            </a:r>
            <a:r>
              <a:rPr lang="en-US" altLang="ko-KR" sz="2400" dirty="0"/>
              <a:t>CLK</a:t>
            </a:r>
            <a:r>
              <a:rPr lang="ko-KR" altLang="en-US" sz="2400" dirty="0"/>
              <a:t>에서는 다시 </a:t>
            </a:r>
            <a:r>
              <a:rPr lang="en-US" altLang="ko-KR" sz="2400" dirty="0"/>
              <a:t>0</a:t>
            </a:r>
            <a:r>
              <a:rPr lang="ko-KR" altLang="en-US" sz="2400" dirty="0"/>
              <a:t>으로 돌아간다</a:t>
            </a:r>
            <a:r>
              <a:rPr lang="en-US" altLang="ko-KR" sz="2400" dirty="0"/>
              <a:t>. </a:t>
            </a:r>
          </a:p>
          <a:p>
            <a:r>
              <a:rPr lang="en-US" altLang="ko-KR" sz="2400" dirty="0"/>
              <a:t>6</a:t>
            </a:r>
            <a:r>
              <a:rPr lang="ko-KR" altLang="en-US" sz="2400" dirty="0"/>
              <a:t>진 카운터와 다른 점은 플립플롭 수</a:t>
            </a:r>
            <a:r>
              <a:rPr lang="en-US" altLang="ko-KR" sz="2400" dirty="0"/>
              <a:t>, </a:t>
            </a:r>
            <a:r>
              <a:rPr lang="ko-KR" altLang="en-US" sz="2400" dirty="0"/>
              <a:t>리셋 조건</a:t>
            </a:r>
            <a:r>
              <a:rPr lang="en-US" altLang="ko-KR" sz="2400" dirty="0"/>
              <a:t>, </a:t>
            </a:r>
            <a:r>
              <a:rPr lang="ko-KR" altLang="en-US" sz="2400" dirty="0"/>
              <a:t>논리 복잡도가 있다</a:t>
            </a:r>
            <a:r>
              <a:rPr lang="en-US" altLang="ko-KR" sz="2400" dirty="0"/>
              <a:t>.</a:t>
            </a:r>
          </a:p>
          <a:p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769984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11FE43-6A74-9502-10F2-F5D68D65C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진 카운터와 </a:t>
            </a:r>
            <a:r>
              <a:rPr lang="en-US" altLang="ko-KR" dirty="0"/>
              <a:t>10</a:t>
            </a:r>
            <a:r>
              <a:rPr lang="ko-KR" altLang="en-US" dirty="0"/>
              <a:t>진 카운터의 비교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E5ED6DB-A708-C44B-5002-AA7F6ABAD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0797" y="1690687"/>
            <a:ext cx="10430113" cy="4041039"/>
          </a:xfrm>
        </p:spPr>
      </p:pic>
    </p:spTree>
    <p:extLst>
      <p:ext uri="{BB962C8B-B14F-4D97-AF65-F5344CB8AC3E}">
        <p14:creationId xmlns:p14="http://schemas.microsoft.com/office/powerpoint/2010/main" val="1009951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212</Words>
  <Application>Microsoft Office PowerPoint</Application>
  <PresentationFormat>와이드스크린</PresentationFormat>
  <Paragraphs>22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2025-05-29</vt:lpstr>
      <vt:lpstr>CMOS XOR 게이트의 회로도</vt:lpstr>
      <vt:lpstr>XOR 게이트의 진리표와 회로도</vt:lpstr>
      <vt:lpstr>CMOS NAND 게이트의 회로도</vt:lpstr>
      <vt:lpstr>CMOS NAND 게이트의 진리표　</vt:lpstr>
      <vt:lpstr>CMOS NOR 게이트의 진리표와 회로도</vt:lpstr>
      <vt:lpstr>6_CNT_C의 회로도</vt:lpstr>
      <vt:lpstr>6_CNT_C(6진 카운터)</vt:lpstr>
      <vt:lpstr>10_CNT_C의 회로도</vt:lpstr>
      <vt:lpstr>10_CNT_C(10진 카운터)</vt:lpstr>
      <vt:lpstr>6진 카운터와 10진 카운터의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2025-05-29</dc:title>
  <dc:creator>leejunwoo</dc:creator>
  <cp:lastModifiedBy>leejunwoo</cp:lastModifiedBy>
  <cp:revision>23</cp:revision>
  <dcterms:created xsi:type="dcterms:W3CDTF">2025-06-14T01:32:42Z</dcterms:created>
  <dcterms:modified xsi:type="dcterms:W3CDTF">2025-06-17T10:51:27Z</dcterms:modified>
</cp:coreProperties>
</file>