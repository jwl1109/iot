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70" r:id="rId5"/>
    <p:sldId id="271" r:id="rId6"/>
    <p:sldId id="257" r:id="rId7"/>
    <p:sldId id="263" r:id="rId8"/>
    <p:sldId id="267" r:id="rId9"/>
    <p:sldId id="265" r:id="rId10"/>
    <p:sldId id="258" r:id="rId11"/>
    <p:sldId id="260" r:id="rId12"/>
    <p:sldId id="261" r:id="rId13"/>
    <p:sldId id="264" r:id="rId14"/>
    <p:sldId id="25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>
        <p:scale>
          <a:sx n="60" d="100"/>
          <a:sy n="60" d="100"/>
        </p:scale>
        <p:origin x="174" y="30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80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46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6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3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23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54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40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5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1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227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7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498B5-61CB-4D33-9D13-11B461C68DAA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04DA2-4B68-4A1F-9A40-C299FD90E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07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2025-06-13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이준우</a:t>
            </a:r>
          </a:p>
        </p:txBody>
      </p:sp>
    </p:spTree>
    <p:extLst>
      <p:ext uri="{BB962C8B-B14F-4D97-AF65-F5344CB8AC3E}">
        <p14:creationId xmlns:p14="http://schemas.microsoft.com/office/powerpoint/2010/main" val="230195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T_FF Schematic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1124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6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T_FF </a:t>
            </a:r>
            <a:r>
              <a:rPr lang="ko-KR" altLang="en-US" dirty="0" smtClean="0"/>
              <a:t>레이아웃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1123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4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T_FF </a:t>
            </a:r>
            <a:r>
              <a:rPr lang="ko-KR" altLang="en-US" dirty="0" smtClean="0"/>
              <a:t>그래프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0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T_FF </a:t>
            </a:r>
            <a:r>
              <a:rPr lang="ko-KR" altLang="en-US" dirty="0" smtClean="0"/>
              <a:t>그래프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1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</a:t>
            </a:r>
            <a:r>
              <a:rPr lang="ko-KR" altLang="en-US" dirty="0" err="1"/>
              <a:t>테스트벤치</a:t>
            </a:r>
            <a:r>
              <a:rPr lang="ko-KR" altLang="en-US" dirty="0"/>
              <a:t> 구조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72120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6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89004-4F2A-B8AC-A1D3-A45A29CB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</a:t>
            </a:r>
            <a:r>
              <a:rPr lang="ko-KR" altLang="en-US" dirty="0" err="1"/>
              <a:t>테스트벤치</a:t>
            </a:r>
            <a:r>
              <a:rPr lang="ko-KR" altLang="en-US" dirty="0"/>
              <a:t>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1ADE9-9E8A-4C04-9696-49C358CFD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00" dirty="0"/>
              <a:t>링 </a:t>
            </a:r>
            <a:r>
              <a:rPr lang="ko-KR" altLang="en-US" sz="2200" dirty="0" err="1"/>
              <a:t>오실레이터</a:t>
            </a:r>
            <a:r>
              <a:rPr lang="en-US" altLang="ko-KR" sz="2200" dirty="0"/>
              <a:t>: </a:t>
            </a:r>
            <a:r>
              <a:rPr lang="ko-KR" altLang="en-US" sz="2200" dirty="0"/>
              <a:t>ＣＭＯＳ 버퍼나 인버터로 구성되며， 테스트 또는 지연 소스로 사용된다．</a:t>
            </a:r>
            <a:endParaRPr lang="en-US" altLang="ko-KR" sz="2200" dirty="0"/>
          </a:p>
          <a:p>
            <a:r>
              <a:rPr lang="en-US" altLang="ko-KR" sz="2200" dirty="0"/>
              <a:t>6_cnt_6</a:t>
            </a:r>
            <a:r>
              <a:rPr lang="ko-KR" altLang="en-US" sz="2200" dirty="0"/>
              <a:t>：</a:t>
            </a:r>
            <a:r>
              <a:rPr lang="en-US" altLang="ko-KR" sz="2200" dirty="0"/>
              <a:t>PLL </a:t>
            </a:r>
            <a:r>
              <a:rPr lang="ko-KR" altLang="en-US" sz="2200" dirty="0"/>
              <a:t>테스트</a:t>
            </a:r>
            <a:r>
              <a:rPr lang="en-US" altLang="ko-KR" sz="2200" dirty="0"/>
              <a:t>, </a:t>
            </a:r>
            <a:r>
              <a:rPr lang="ko-KR" altLang="en-US" sz="2200" dirty="0"/>
              <a:t>타이밍 분석</a:t>
            </a:r>
            <a:r>
              <a:rPr lang="en-US" altLang="ko-KR" sz="2200" dirty="0"/>
              <a:t>, </a:t>
            </a:r>
            <a:r>
              <a:rPr lang="ko-KR" altLang="en-US" sz="2200" dirty="0"/>
              <a:t>주파수 분할</a:t>
            </a:r>
            <a:r>
              <a:rPr lang="en-US" altLang="ko-KR" sz="2200" dirty="0"/>
              <a:t>, </a:t>
            </a:r>
            <a:r>
              <a:rPr lang="ko-KR" altLang="en-US" sz="2200" dirty="0"/>
              <a:t>고속 </a:t>
            </a:r>
            <a:r>
              <a:rPr lang="ko-KR" altLang="en-US" sz="2200" dirty="0" err="1"/>
              <a:t>카운팅</a:t>
            </a:r>
            <a:r>
              <a:rPr lang="ko-KR" altLang="en-US" sz="2200" dirty="0"/>
              <a:t> 등에 활용된다</a:t>
            </a:r>
            <a:r>
              <a:rPr lang="en-US" altLang="ko-KR" sz="2200" dirty="0"/>
              <a:t>.</a:t>
            </a:r>
          </a:p>
          <a:p>
            <a:r>
              <a:rPr lang="en-US" altLang="ko-KR" sz="2200" dirty="0"/>
              <a:t>2:1 </a:t>
            </a:r>
            <a:r>
              <a:rPr lang="ko-KR" altLang="en-US" sz="2200" dirty="0" err="1"/>
              <a:t>멀티플렉서</a:t>
            </a:r>
            <a:r>
              <a:rPr lang="ko-KR" altLang="en-US" sz="2200" dirty="0"/>
              <a:t>： 두 개의 입력 신호 중 하나를 선택하여 하나의 출력으로 보내는 디지털 스위치 역할을 한다</a:t>
            </a:r>
            <a:r>
              <a:rPr lang="en-US" altLang="ko-KR" sz="2200" dirty="0"/>
              <a:t>.</a:t>
            </a:r>
            <a:endParaRPr lang="ko-KR" altLang="en-US" sz="2200" dirty="0"/>
          </a:p>
          <a:p>
            <a:r>
              <a:rPr lang="en-US" altLang="ko-KR" sz="2200" dirty="0"/>
              <a:t>ALU </a:t>
            </a:r>
            <a:r>
              <a:rPr lang="ko-KR" altLang="en-US" sz="2200" dirty="0"/>
              <a:t>블록</a:t>
            </a:r>
            <a:r>
              <a:rPr lang="en-US" altLang="ko-KR" sz="2200" dirty="0"/>
              <a:t>: </a:t>
            </a:r>
            <a:r>
              <a:rPr lang="ko-KR" altLang="en-US" sz="2200" dirty="0" err="1"/>
              <a:t>산술연산</a:t>
            </a:r>
            <a:r>
              <a:rPr lang="en-US" altLang="ko-KR" sz="2200" dirty="0"/>
              <a:t>, </a:t>
            </a:r>
            <a:r>
              <a:rPr lang="ko-KR" altLang="en-US" sz="2200" dirty="0"/>
              <a:t>논리연산을 수행한다． 상태 플래그를 출력하고</a:t>
            </a:r>
            <a:r>
              <a:rPr lang="en-US" altLang="ko-KR" sz="2200" dirty="0"/>
              <a:t>, CPU</a:t>
            </a:r>
            <a:r>
              <a:rPr lang="ko-KR" altLang="en-US" sz="2200" dirty="0"/>
              <a:t>의 핵심 구성 블록을 담당한다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측정용 더미 블록</a:t>
            </a:r>
            <a:r>
              <a:rPr lang="en-US" altLang="ko-KR" sz="2200" dirty="0"/>
              <a:t>: </a:t>
            </a:r>
            <a:r>
              <a:rPr lang="ko-KR" altLang="en-US" sz="2200" dirty="0"/>
              <a:t>공정 중 레이아웃 밀도 균일화</a:t>
            </a:r>
            <a:r>
              <a:rPr lang="en-US" altLang="ko-KR" sz="2200" dirty="0"/>
              <a:t>, </a:t>
            </a:r>
            <a:r>
              <a:rPr lang="ko-KR" altLang="en-US" sz="2200" dirty="0"/>
              <a:t>메모리의 </a:t>
            </a:r>
            <a:r>
              <a:rPr lang="ko-KR" altLang="en-US" sz="2200" dirty="0" err="1"/>
              <a:t>기준값</a:t>
            </a:r>
            <a:r>
              <a:rPr lang="ko-KR" altLang="en-US" sz="2200" dirty="0"/>
              <a:t> 제공</a:t>
            </a:r>
            <a:r>
              <a:rPr lang="en-US" altLang="ko-KR" sz="2200" dirty="0"/>
              <a:t>, </a:t>
            </a:r>
            <a:r>
              <a:rPr lang="ko-KR" altLang="en-US" sz="2200" dirty="0"/>
              <a:t>전기적 안정화를 통한 기생 용량 변화 최소화</a:t>
            </a:r>
            <a:r>
              <a:rPr lang="en-US" altLang="ko-KR" sz="2200" dirty="0"/>
              <a:t>, </a:t>
            </a:r>
            <a:r>
              <a:rPr lang="ko-KR" altLang="en-US" sz="2200" dirty="0"/>
              <a:t>회로 특성 예측 정확도 향상의 역할을 담당한다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1330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D3FCF-13B5-2893-1B7A-C0D15A4C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디지털 </a:t>
            </a:r>
            <a:r>
              <a:rPr lang="ko-KR" altLang="en-US" sz="4000" dirty="0" err="1"/>
              <a:t>테스트벤치</a:t>
            </a:r>
            <a:r>
              <a:rPr lang="ko-KR" altLang="en-US" sz="4000" dirty="0"/>
              <a:t> </a:t>
            </a:r>
            <a:r>
              <a:rPr lang="en-US" altLang="ko-KR" sz="4000" dirty="0"/>
              <a:t>Schematic, </a:t>
            </a:r>
            <a:r>
              <a:rPr lang="ko-KR" altLang="en-US" sz="4000" dirty="0"/>
              <a:t>레이아웃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2D25-BCB8-6A42-6384-87083951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링 </a:t>
            </a:r>
            <a:r>
              <a:rPr lang="ko-KR" altLang="en-US" dirty="0" err="1"/>
              <a:t>오실레이터</a:t>
            </a:r>
            <a:r>
              <a:rPr lang="en-US" altLang="ko-KR" dirty="0"/>
              <a:t>: </a:t>
            </a:r>
            <a:r>
              <a:rPr lang="ko-KR" altLang="en-US" dirty="0"/>
              <a:t>버퍼</a:t>
            </a:r>
            <a:r>
              <a:rPr lang="en-US" altLang="ko-KR" dirty="0"/>
              <a:t>/</a:t>
            </a:r>
            <a:r>
              <a:rPr lang="ko-KR" altLang="en-US" dirty="0"/>
              <a:t>인버터 </a:t>
            </a:r>
            <a:r>
              <a:rPr lang="en-US" altLang="ko-KR" dirty="0"/>
              <a:t>3~5</a:t>
            </a:r>
            <a:r>
              <a:rPr lang="ko-KR" altLang="en-US" dirty="0"/>
              <a:t>개 연결 루프 설계</a:t>
            </a:r>
            <a:endParaRPr lang="en-US" altLang="ko-KR" dirty="0"/>
          </a:p>
          <a:p>
            <a:r>
              <a:rPr lang="en-US" altLang="ko-KR" dirty="0"/>
              <a:t>6_CNT_C: </a:t>
            </a:r>
            <a:r>
              <a:rPr lang="ko-KR" altLang="en-US" dirty="0"/>
              <a:t>플립플롭 기반 </a:t>
            </a:r>
            <a:r>
              <a:rPr lang="en-US" altLang="ko-KR" dirty="0"/>
              <a:t>3~6</a:t>
            </a:r>
            <a:r>
              <a:rPr lang="ko-KR" altLang="en-US" dirty="0"/>
              <a:t> 비트 카운터</a:t>
            </a:r>
            <a:endParaRPr lang="en-US" altLang="ko-KR" dirty="0"/>
          </a:p>
          <a:p>
            <a:r>
              <a:rPr lang="ko-KR" altLang="en-US" dirty="0"/>
              <a:t>각 블록에 핀 부여한 다음</a:t>
            </a:r>
            <a:r>
              <a:rPr lang="en-US" altLang="ko-KR" dirty="0"/>
              <a:t>, </a:t>
            </a:r>
            <a:r>
              <a:rPr lang="ko-KR" altLang="en-US" dirty="0"/>
              <a:t>상위 </a:t>
            </a:r>
            <a:r>
              <a:rPr lang="en-US" altLang="ko-KR" dirty="0"/>
              <a:t>Schematic</a:t>
            </a:r>
            <a:r>
              <a:rPr lang="ko-KR" altLang="en-US" dirty="0"/>
              <a:t>에서 서브블록들을 심볼로 연결한다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레이아웃 에디터에서 트랜지스터 구현</a:t>
            </a:r>
            <a:r>
              <a:rPr lang="en-US" altLang="ko-KR" dirty="0"/>
              <a:t>, </a:t>
            </a:r>
            <a:r>
              <a:rPr lang="ko-KR" altLang="en-US" dirty="0"/>
              <a:t>메탈 레이어 연결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핀 이름 부여</a:t>
            </a:r>
            <a:r>
              <a:rPr lang="en-US" altLang="ko-KR" dirty="0"/>
              <a:t>, DRC </a:t>
            </a:r>
            <a:r>
              <a:rPr lang="ko-KR" altLang="en-US" dirty="0"/>
              <a:t>수행 과정을 거친다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레이아웃에서 추출</a:t>
            </a:r>
            <a:r>
              <a:rPr lang="en-US" altLang="ko-KR" dirty="0"/>
              <a:t>, LVS </a:t>
            </a:r>
            <a:r>
              <a:rPr lang="ko-KR" altLang="en-US" dirty="0"/>
              <a:t>검증 과정을 실행한다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50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62AE9-4285-B5CB-5B4F-DC232C06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</a:t>
            </a:r>
            <a:r>
              <a:rPr lang="ko-KR" altLang="en-US" dirty="0" err="1"/>
              <a:t>테스트벤치</a:t>
            </a:r>
            <a:r>
              <a:rPr lang="ko-KR" altLang="en-US" dirty="0"/>
              <a:t> 시뮬레이션 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11CAA7-6EF9-4380-8C03-C1C1132A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Schematic </a:t>
            </a:r>
            <a:r>
              <a:rPr lang="ko-KR" altLang="en-US" dirty="0"/>
              <a:t>기반으로 전원</a:t>
            </a:r>
            <a:r>
              <a:rPr lang="en-US" altLang="ko-KR" dirty="0"/>
              <a:t>, GND, </a:t>
            </a:r>
            <a:r>
              <a:rPr lang="ko-KR" altLang="en-US" dirty="0" err="1"/>
              <a:t>발진기를</a:t>
            </a:r>
            <a:r>
              <a:rPr lang="ko-KR" altLang="en-US" dirty="0"/>
              <a:t> 구동하고</a:t>
            </a:r>
            <a:r>
              <a:rPr lang="en-US" altLang="ko-KR" dirty="0"/>
              <a:t>, PRE/CLR/LCK </a:t>
            </a:r>
            <a:r>
              <a:rPr lang="ko-KR" altLang="en-US" dirty="0"/>
              <a:t>신호를 주입한다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Spectre</a:t>
            </a:r>
            <a:r>
              <a:rPr lang="en-US" altLang="ko-KR" dirty="0"/>
              <a:t>/</a:t>
            </a:r>
            <a:r>
              <a:rPr lang="en-US" altLang="ko-KR" dirty="0" err="1"/>
              <a:t>Hspice</a:t>
            </a:r>
            <a:r>
              <a:rPr lang="en-US" altLang="ko-KR" dirty="0"/>
              <a:t> </a:t>
            </a:r>
            <a:r>
              <a:rPr lang="ko-KR" altLang="en-US" dirty="0"/>
              <a:t>시뮬레이션에서 링 </a:t>
            </a:r>
            <a:r>
              <a:rPr lang="ko-KR" altLang="en-US" dirty="0" err="1"/>
              <a:t>오실레이터의</a:t>
            </a:r>
            <a:r>
              <a:rPr lang="ko-KR" altLang="en-US" dirty="0"/>
              <a:t> 주파수를 분석하고 카운터 결과 확인 및 정상 동작 여부를 검증한다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Full Adder + MUX </a:t>
            </a:r>
            <a:r>
              <a:rPr lang="ko-KR" altLang="en-US" dirty="0"/>
              <a:t>논리 테스트를 거친다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측정 결과가 나오면</a:t>
            </a:r>
            <a:r>
              <a:rPr lang="en-US" altLang="ko-KR" dirty="0"/>
              <a:t>, </a:t>
            </a:r>
            <a:r>
              <a:rPr lang="ko-KR" altLang="en-US" dirty="0"/>
              <a:t>타이밍</a:t>
            </a:r>
            <a:r>
              <a:rPr lang="en-US" altLang="ko-KR" dirty="0"/>
              <a:t>, </a:t>
            </a:r>
            <a:r>
              <a:rPr lang="ko-KR" altLang="en-US" dirty="0"/>
              <a:t>소비전력</a:t>
            </a:r>
            <a:r>
              <a:rPr lang="en-US" altLang="ko-KR" dirty="0"/>
              <a:t>,</a:t>
            </a:r>
            <a:r>
              <a:rPr lang="ko-KR" altLang="en-US" dirty="0"/>
              <a:t> 동작 안정성을 분석한다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414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6T SRAM </a:t>
            </a:r>
            <a:r>
              <a:rPr lang="ko-KR" altLang="en-US" dirty="0"/>
              <a:t>메모리 셀 레이아웃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7807"/>
            <a:ext cx="106075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65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6T SRAM Schematic</a:t>
            </a:r>
            <a:r>
              <a:rPr lang="ko-KR" altLang="en-US" dirty="0"/>
              <a:t> 설계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Analoglib</a:t>
            </a:r>
            <a:r>
              <a:rPr lang="en-US" altLang="ko-KR" dirty="0"/>
              <a:t> </a:t>
            </a:r>
            <a:r>
              <a:rPr lang="ko-KR" altLang="en-US" dirty="0"/>
              <a:t>기단에서 </a:t>
            </a:r>
            <a:r>
              <a:rPr lang="en-US" altLang="ko-KR" dirty="0"/>
              <a:t>PMOS, NMOS, </a:t>
            </a:r>
            <a:r>
              <a:rPr lang="ko-KR" altLang="en-US" dirty="0"/>
              <a:t>전원 핀</a:t>
            </a:r>
            <a:r>
              <a:rPr lang="en-US" altLang="ko-KR" dirty="0"/>
              <a:t>, word-line, bit-line </a:t>
            </a:r>
            <a:r>
              <a:rPr lang="ko-KR" altLang="en-US" dirty="0"/>
              <a:t>소자를 배치한다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</a:t>
            </a:r>
            <a:r>
              <a:rPr lang="ko-KR" altLang="en-US" dirty="0"/>
              <a:t>개의 트랜지스터</a:t>
            </a:r>
            <a:r>
              <a:rPr lang="en-US" altLang="ko-KR" dirty="0"/>
              <a:t>(P1, P2, N1, N2, M5, M6)</a:t>
            </a:r>
            <a:r>
              <a:rPr lang="ko-KR" altLang="en-US" dirty="0"/>
              <a:t>를 교차 연결한다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초기 충전용 </a:t>
            </a:r>
            <a:r>
              <a:rPr lang="en-US" altLang="ko-KR" dirty="0"/>
              <a:t>PMOS,</a:t>
            </a:r>
            <a:r>
              <a:rPr lang="ko-KR" altLang="en-US" dirty="0"/>
              <a:t> 센스 앰프용 소자를 추가한다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핀을 부착하고 네트 이름을 지정한다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250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6T SRAM </a:t>
            </a:r>
            <a:r>
              <a:rPr lang="ko-KR" altLang="en-US" dirty="0"/>
              <a:t>레이아웃 생성과정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Schematic</a:t>
            </a:r>
            <a:r>
              <a:rPr lang="ko-KR" altLang="en-US" dirty="0"/>
              <a:t>에 기반한 서브블록을 생성한다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SRAM </a:t>
            </a:r>
            <a:r>
              <a:rPr lang="ko-KR" altLang="en-US" dirty="0"/>
              <a:t>셀을 포함한 각각의 </a:t>
            </a:r>
            <a:r>
              <a:rPr lang="en-US" altLang="ko-KR" dirty="0"/>
              <a:t>Symbol</a:t>
            </a:r>
            <a:r>
              <a:rPr lang="ko-KR" altLang="en-US" dirty="0"/>
              <a:t>을 생성한다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새로운 </a:t>
            </a:r>
            <a:r>
              <a:rPr lang="en-US" altLang="ko-KR" dirty="0" err="1"/>
              <a:t>cellview</a:t>
            </a:r>
            <a:r>
              <a:rPr lang="ko-KR" altLang="en-US" dirty="0"/>
              <a:t>로 </a:t>
            </a:r>
            <a:r>
              <a:rPr lang="en-US" altLang="ko-KR" dirty="0"/>
              <a:t>layout</a:t>
            </a:r>
            <a:r>
              <a:rPr lang="ko-KR" altLang="en-US" dirty="0"/>
              <a:t>을 생성한다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트랜지스터를 구현하는데</a:t>
            </a:r>
            <a:r>
              <a:rPr lang="en-US" altLang="ko-KR" dirty="0"/>
              <a:t>, </a:t>
            </a:r>
            <a:r>
              <a:rPr lang="ko-KR" altLang="en-US" dirty="0"/>
              <a:t>여기서 </a:t>
            </a:r>
            <a:r>
              <a:rPr lang="en-US" altLang="ko-KR" dirty="0" err="1"/>
              <a:t>pmos</a:t>
            </a:r>
            <a:r>
              <a:rPr lang="en-US" altLang="ko-KR" dirty="0"/>
              <a:t> </a:t>
            </a:r>
            <a:r>
              <a:rPr lang="ko-KR" altLang="en-US" dirty="0"/>
              <a:t>영역은 </a:t>
            </a:r>
            <a:r>
              <a:rPr lang="en-US" altLang="ko-KR" dirty="0"/>
              <a:t>n-well</a:t>
            </a:r>
            <a:r>
              <a:rPr lang="ko-KR" altLang="en-US" dirty="0"/>
              <a:t>을 포함해야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핀 레이어를 통해 신호를 연결한다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DRC </a:t>
            </a:r>
            <a:r>
              <a:rPr lang="ko-KR" altLang="en-US" dirty="0"/>
              <a:t>검사 후 오류를 수정한다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33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EF3DE-50AC-AF66-8256-754D2444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6T SRAM </a:t>
            </a:r>
            <a:r>
              <a:rPr lang="ko-KR" altLang="en-US" dirty="0"/>
              <a:t>추출 및 시뮬레이션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D8EA0-854A-F593-9D4B-70BED1C4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추출된 회로로 </a:t>
            </a:r>
            <a:r>
              <a:rPr lang="en-US" altLang="ko-KR" dirty="0" err="1"/>
              <a:t>Spectre</a:t>
            </a:r>
            <a:r>
              <a:rPr lang="en-US" altLang="ko-KR" dirty="0"/>
              <a:t> </a:t>
            </a:r>
            <a:r>
              <a:rPr lang="ko-KR" altLang="en-US" dirty="0"/>
              <a:t>시뮬레이션 분석</a:t>
            </a:r>
            <a:endParaRPr lang="en-US" altLang="ko-KR" dirty="0"/>
          </a:p>
          <a:p>
            <a:r>
              <a:rPr lang="en-US" altLang="ko-KR" dirty="0" err="1"/>
              <a:t>Wordline</a:t>
            </a:r>
            <a:r>
              <a:rPr lang="en-US" altLang="ko-KR" dirty="0"/>
              <a:t> </a:t>
            </a:r>
            <a:r>
              <a:rPr lang="ko-KR" altLang="en-US" dirty="0"/>
              <a:t>활성 →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ko-KR" altLang="en-US" dirty="0" err="1"/>
              <a:t>비트라인</a:t>
            </a:r>
            <a:r>
              <a:rPr lang="ko-KR" altLang="en-US" dirty="0"/>
              <a:t> 방전 → </a:t>
            </a:r>
            <a:r>
              <a:rPr lang="ko-KR" altLang="en-US" dirty="0" err="1"/>
              <a:t>센스엠프</a:t>
            </a:r>
            <a:r>
              <a:rPr lang="ko-KR" altLang="en-US" dirty="0"/>
              <a:t> 증폭</a:t>
            </a:r>
            <a:endParaRPr lang="en-US" altLang="ko-KR" dirty="0"/>
          </a:p>
          <a:p>
            <a:r>
              <a:rPr lang="ko-KR" altLang="en-US" dirty="0"/>
              <a:t>양 </a:t>
            </a:r>
            <a:r>
              <a:rPr lang="ko-KR" altLang="en-US" dirty="0" err="1"/>
              <a:t>비트라인에</a:t>
            </a:r>
            <a:r>
              <a:rPr lang="ko-KR" altLang="en-US" dirty="0"/>
              <a:t> </a:t>
            </a:r>
            <a:r>
              <a:rPr lang="en-US" altLang="ko-KR" dirty="0" err="1"/>
              <a:t>Vdd</a:t>
            </a:r>
            <a:r>
              <a:rPr lang="en-US" altLang="ko-KR" dirty="0"/>
              <a:t>/</a:t>
            </a:r>
            <a:r>
              <a:rPr lang="en-US" altLang="ko-KR" dirty="0" err="1"/>
              <a:t>Gnd</a:t>
            </a:r>
            <a:r>
              <a:rPr lang="en-US" altLang="ko-KR" dirty="0"/>
              <a:t> </a:t>
            </a:r>
            <a:r>
              <a:rPr lang="ko-KR" altLang="en-US" dirty="0"/>
              <a:t>제공 → </a:t>
            </a:r>
            <a:r>
              <a:rPr lang="en-US" altLang="ko-KR" dirty="0"/>
              <a:t>SRAM </a:t>
            </a:r>
            <a:r>
              <a:rPr lang="ko-KR" altLang="en-US" dirty="0"/>
              <a:t>셀 상태 쓰기</a:t>
            </a:r>
            <a:endParaRPr lang="en-US" altLang="ko-KR" dirty="0"/>
          </a:p>
          <a:p>
            <a:r>
              <a:rPr lang="en-US" altLang="ko-KR"/>
              <a:t>SNM </a:t>
            </a:r>
            <a:r>
              <a:rPr lang="ko-KR" altLang="en-US"/>
              <a:t>분석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96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8393"/>
            <a:ext cx="7516274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0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367</Words>
  <Application>Microsoft Office PowerPoint</Application>
  <PresentationFormat>와이드스크린</PresentationFormat>
  <Paragraphs>42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2025-06-13</vt:lpstr>
      <vt:lpstr>T_FF Schematic</vt:lpstr>
      <vt:lpstr>T_FF 레이아웃</vt:lpstr>
      <vt:lpstr>T_FF 그래프</vt:lpstr>
      <vt:lpstr>T_FF 그래프</vt:lpstr>
      <vt:lpstr>디지털 테스트벤치 구조</vt:lpstr>
      <vt:lpstr>디지털 테스트벤치 구조</vt:lpstr>
      <vt:lpstr>디지털 테스트벤치 Schematic, 레이아웃 설계</vt:lpstr>
      <vt:lpstr>디지털 테스트벤치 시뮬레이션 단계</vt:lpstr>
      <vt:lpstr>6T SRAM 메모리 셀 레이아웃</vt:lpstr>
      <vt:lpstr>6T SRAM Schematic 설계</vt:lpstr>
      <vt:lpstr>6T SRAM 레이아웃 생성과정</vt:lpstr>
      <vt:lpstr>6T SRAM 추출 및 시뮬레이션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2025-06-13</dc:title>
  <dc:creator>user</dc:creator>
  <cp:lastModifiedBy>user</cp:lastModifiedBy>
  <cp:revision>26</cp:revision>
  <dcterms:created xsi:type="dcterms:W3CDTF">2025-06-13T08:26:01Z</dcterms:created>
  <dcterms:modified xsi:type="dcterms:W3CDTF">2025-06-19T04:37:00Z</dcterms:modified>
</cp:coreProperties>
</file>