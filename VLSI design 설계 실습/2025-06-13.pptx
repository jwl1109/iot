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63" r:id="rId5"/>
    <p:sldId id="264" r:id="rId6"/>
    <p:sldId id="258" r:id="rId7"/>
    <p:sldId id="260" r:id="rId8"/>
    <p:sldId id="261" r:id="rId9"/>
    <p:sldId id="265" r:id="rId10"/>
    <p:sldId id="266" r:id="rId11"/>
    <p:sldId id="267" r:id="rId12"/>
    <p:sldId id="259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19" autoAdjust="0"/>
    <p:restoredTop sz="94660"/>
  </p:normalViewPr>
  <p:slideViewPr>
    <p:cSldViewPr snapToGrid="0">
      <p:cViewPr varScale="1">
        <p:scale>
          <a:sx n="45" d="100"/>
          <a:sy n="45" d="100"/>
        </p:scale>
        <p:origin x="64" y="3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8071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1466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063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7934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5237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9545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2400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865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61909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4227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2770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6">
                <a:lumMod val="20000"/>
                <a:lumOff val="80000"/>
              </a:schemeClr>
            </a:gs>
            <a:gs pos="100000">
              <a:schemeClr val="accent6">
                <a:lumMod val="60000"/>
                <a:lumOff val="4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8498B5-61CB-4D33-9D13-11B461C68DAA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3075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2025-06-13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이준우</a:t>
            </a:r>
          </a:p>
        </p:txBody>
      </p:sp>
    </p:spTree>
    <p:extLst>
      <p:ext uri="{BB962C8B-B14F-4D97-AF65-F5344CB8AC3E}">
        <p14:creationId xmlns:p14="http://schemas.microsoft.com/office/powerpoint/2010/main" val="2301951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디지털 </a:t>
            </a:r>
            <a:r>
              <a:rPr lang="ko-KR" altLang="en-US" dirty="0" err="1"/>
              <a:t>테스트벤치</a:t>
            </a:r>
            <a:r>
              <a:rPr lang="ko-KR" altLang="en-US" dirty="0"/>
              <a:t> 구조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72120"/>
            <a:ext cx="705043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166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FB2921-2403-DBE0-B2C4-1D7E9BE52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34BA7B8-C256-657C-3A59-A19DCA1AC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778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E89004-4F2A-B8AC-A1D3-A45A29CB7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F1ADE9-9E8A-4C04-9696-49C358CFD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3305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CEF3DE-50AC-AF66-8256-754D24441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0D8EA0-854A-F593-9D4B-70BED1C4BE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96245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6T SRAM </a:t>
            </a:r>
            <a:r>
              <a:rPr lang="ko-KR" altLang="en-US" dirty="0"/>
              <a:t>메모리 셀 레이아웃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67807"/>
            <a:ext cx="1060756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4658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6T SRAM Schematic</a:t>
            </a:r>
            <a:r>
              <a:rPr lang="ko-KR" altLang="en-US" dirty="0"/>
              <a:t> 설계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Analoglib</a:t>
            </a:r>
            <a:r>
              <a:rPr lang="en-US" altLang="ko-KR" dirty="0"/>
              <a:t> </a:t>
            </a:r>
            <a:r>
              <a:rPr lang="ko-KR" altLang="en-US" dirty="0"/>
              <a:t>기단에서 </a:t>
            </a:r>
            <a:r>
              <a:rPr lang="en-US" altLang="ko-KR" dirty="0"/>
              <a:t>PMOS, NMOS, </a:t>
            </a:r>
            <a:r>
              <a:rPr lang="ko-KR" altLang="en-US" dirty="0"/>
              <a:t>전원 핀</a:t>
            </a:r>
            <a:r>
              <a:rPr lang="en-US" altLang="ko-KR" dirty="0"/>
              <a:t>, word-line, bit-line </a:t>
            </a:r>
            <a:r>
              <a:rPr lang="ko-KR" altLang="en-US" dirty="0"/>
              <a:t>소자를 배치한다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6</a:t>
            </a:r>
            <a:r>
              <a:rPr lang="ko-KR" altLang="en-US" dirty="0"/>
              <a:t>개의 트랜지스터</a:t>
            </a:r>
            <a:r>
              <a:rPr lang="en-US" altLang="ko-KR" dirty="0"/>
              <a:t>(P1, P2, N1, N2, M5, M6)</a:t>
            </a:r>
            <a:r>
              <a:rPr lang="ko-KR" altLang="en-US" dirty="0"/>
              <a:t>를 교차 연결한다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초기 충전용 </a:t>
            </a:r>
            <a:r>
              <a:rPr lang="en-US" altLang="ko-KR" dirty="0"/>
              <a:t>PMOS,</a:t>
            </a:r>
            <a:r>
              <a:rPr lang="ko-KR" altLang="en-US" dirty="0"/>
              <a:t> 센스 앰프용 소자를 추가한다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핀을 부착하고 네트 이름을 지정한다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62500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레이아웃 생성과정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Schematic</a:t>
            </a:r>
            <a:r>
              <a:rPr lang="ko-KR" altLang="en-US" dirty="0"/>
              <a:t>에 기반한 서브블록을 생성한다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SRAM </a:t>
            </a:r>
            <a:r>
              <a:rPr lang="ko-KR" altLang="en-US" dirty="0"/>
              <a:t>셀을 포함한 각각의 </a:t>
            </a:r>
            <a:r>
              <a:rPr lang="en-US" altLang="ko-KR" dirty="0"/>
              <a:t>Symbol</a:t>
            </a:r>
            <a:r>
              <a:rPr lang="ko-KR" altLang="en-US" dirty="0"/>
              <a:t>을 생성한다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새로운 </a:t>
            </a:r>
            <a:r>
              <a:rPr lang="en-US" altLang="ko-KR" dirty="0" err="1"/>
              <a:t>cellview</a:t>
            </a:r>
            <a:r>
              <a:rPr lang="ko-KR" altLang="en-US" dirty="0"/>
              <a:t>로 </a:t>
            </a:r>
            <a:r>
              <a:rPr lang="en-US" altLang="ko-KR" dirty="0"/>
              <a:t>layout</a:t>
            </a:r>
            <a:r>
              <a:rPr lang="ko-KR" altLang="en-US" dirty="0"/>
              <a:t>을 생성한다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트랜지스터를 구현하는데</a:t>
            </a:r>
            <a:r>
              <a:rPr lang="en-US" altLang="ko-KR" dirty="0"/>
              <a:t>, </a:t>
            </a:r>
            <a:r>
              <a:rPr lang="ko-KR" altLang="en-US" dirty="0"/>
              <a:t>여기서 </a:t>
            </a:r>
            <a:r>
              <a:rPr lang="en-US" altLang="ko-KR" dirty="0" err="1"/>
              <a:t>pmos</a:t>
            </a:r>
            <a:r>
              <a:rPr lang="en-US" altLang="ko-KR" dirty="0"/>
              <a:t> </a:t>
            </a:r>
            <a:r>
              <a:rPr lang="ko-KR" altLang="en-US" dirty="0"/>
              <a:t>영역은 </a:t>
            </a:r>
            <a:r>
              <a:rPr lang="en-US" altLang="ko-KR" dirty="0"/>
              <a:t>n-well</a:t>
            </a:r>
            <a:r>
              <a:rPr lang="ko-KR" altLang="en-US" dirty="0"/>
              <a:t>을 포함해야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핀 레이어를 통해 신호를 연결한다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DRC </a:t>
            </a:r>
            <a:r>
              <a:rPr lang="ko-KR" altLang="en-US" dirty="0"/>
              <a:t>검사 후 오류를 수정한다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3358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E62AE9-4285-B5CB-5B4F-DC232C063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11CAA7-6EF9-4380-8C03-C1C1132A64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4143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ECD2BA-830A-6C90-C17B-E347CB48A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95D773-687F-A457-641D-06098AA7A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7959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D3FCF-13B5-2893-1B7A-C0D15A4CB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2D25-BCB8-6A42-6384-870839513A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507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98393"/>
            <a:ext cx="7516274" cy="4267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2022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110</Words>
  <Application>Microsoft Office PowerPoint</Application>
  <PresentationFormat>와이드스크린</PresentationFormat>
  <Paragraphs>16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2025-06-13</vt:lpstr>
      <vt:lpstr>디지털 테스트벤치 구조</vt:lpstr>
      <vt:lpstr>PowerPoint 프레젠테이션</vt:lpstr>
      <vt:lpstr>PowerPoint 프레젠테이션</vt:lpstr>
      <vt:lpstr>PowerPoint 프레젠테이션</vt:lpstr>
      <vt:lpstr>6T SRAM 메모리 셀 레이아웃</vt:lpstr>
      <vt:lpstr>6T SRAM Schematic 설계</vt:lpstr>
      <vt:lpstr>레이아웃 생성과정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2025-06-13</dc:title>
  <dc:creator>user</dc:creator>
  <cp:lastModifiedBy>leejunwoo</cp:lastModifiedBy>
  <cp:revision>12</cp:revision>
  <dcterms:created xsi:type="dcterms:W3CDTF">2025-06-13T08:26:01Z</dcterms:created>
  <dcterms:modified xsi:type="dcterms:W3CDTF">2025-06-16T13:30:09Z</dcterms:modified>
</cp:coreProperties>
</file>