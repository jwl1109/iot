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1" r:id="rId5"/>
    <p:sldId id="258" r:id="rId6"/>
    <p:sldId id="279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80" r:id="rId17"/>
    <p:sldId id="271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62" autoAdjust="0"/>
    <p:restoredTop sz="94660"/>
  </p:normalViewPr>
  <p:slideViewPr>
    <p:cSldViewPr snapToGrid="0">
      <p:cViewPr varScale="1">
        <p:scale>
          <a:sx n="61" d="100"/>
          <a:sy n="61" d="100"/>
        </p:scale>
        <p:origin x="624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7708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479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677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31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6554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201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214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576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6954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591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79939-5C65-4792-9B4E-BE39A3E42977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7716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79939-5C65-4792-9B4E-BE39A3E42977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336EF1-BD8D-44F5-9D50-F81200CA0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137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2025/05/28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이준우</a:t>
            </a:r>
          </a:p>
        </p:txBody>
      </p:sp>
    </p:spTree>
    <p:extLst>
      <p:ext uri="{BB962C8B-B14F-4D97-AF65-F5344CB8AC3E}">
        <p14:creationId xmlns:p14="http://schemas.microsoft.com/office/powerpoint/2010/main" val="382847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MUX </a:t>
            </a:r>
            <a:r>
              <a:rPr lang="ko-KR" altLang="en-US" dirty="0"/>
              <a:t>게이트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01174"/>
            <a:ext cx="10515600" cy="361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472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2:1 MUX GATE</a:t>
            </a:r>
            <a:r>
              <a:rPr lang="ko-KR" altLang="en-US" dirty="0"/>
              <a:t>의 </a:t>
            </a:r>
            <a:r>
              <a:rPr lang="en-US" altLang="ko-KR" dirty="0"/>
              <a:t>SCHEMATIC</a:t>
            </a:r>
            <a:r>
              <a:rPr lang="ko-KR" altLang="en-US" dirty="0"/>
              <a:t> 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27240"/>
            <a:ext cx="10515600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853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2:1 MUX GATE</a:t>
            </a:r>
            <a:r>
              <a:rPr lang="ko-KR" altLang="en-US" dirty="0"/>
              <a:t>의 </a:t>
            </a:r>
            <a:r>
              <a:rPr lang="en-US" altLang="ko-KR" dirty="0"/>
              <a:t>SCHEMATIC</a:t>
            </a:r>
            <a:r>
              <a:rPr lang="ko-KR" altLang="en-US" dirty="0"/>
              <a:t> 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76732"/>
            <a:ext cx="10515600" cy="4424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301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드 </a:t>
            </a:r>
            <a:r>
              <a:rPr lang="ko-KR" altLang="en-US" dirty="0" err="1"/>
              <a:t>모르간의</a:t>
            </a:r>
            <a:r>
              <a:rPr lang="ko-KR" altLang="en-US" dirty="0"/>
              <a:t> 법칙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 err="1"/>
              <a:t>드</a:t>
            </a:r>
            <a:r>
              <a:rPr lang="ko-KR" altLang="en-US" sz="2400" dirty="0"/>
              <a:t> </a:t>
            </a:r>
            <a:r>
              <a:rPr lang="ko-KR" altLang="en-US" sz="2400" dirty="0" err="1"/>
              <a:t>모르간의</a:t>
            </a:r>
            <a:r>
              <a:rPr lang="ko-KR" altLang="en-US" sz="2400" dirty="0"/>
              <a:t> 법칙은 두 개의 기본 법칙으로 구성되며</a:t>
            </a:r>
            <a:r>
              <a:rPr lang="en-US" altLang="ko-KR" sz="2400" dirty="0"/>
              <a:t>, NOT </a:t>
            </a:r>
            <a:r>
              <a:rPr lang="ko-KR" altLang="en-US" sz="2400" dirty="0"/>
              <a:t>연산이 </a:t>
            </a:r>
            <a:r>
              <a:rPr lang="en-US" altLang="ko-KR" sz="2400" dirty="0"/>
              <a:t>AND</a:t>
            </a:r>
            <a:r>
              <a:rPr lang="ko-KR" altLang="en-US" sz="2400" dirty="0"/>
              <a:t>와 </a:t>
            </a:r>
            <a:r>
              <a:rPr lang="en-US" altLang="ko-KR" sz="2400" dirty="0"/>
              <a:t>OR</a:t>
            </a:r>
            <a:r>
              <a:rPr lang="ko-KR" altLang="en-US" sz="2400" dirty="0"/>
              <a:t>에 어떻게 분배되는지를 설명한다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전기 회로에서 </a:t>
            </a:r>
            <a:r>
              <a:rPr lang="en-US" altLang="ko-KR" sz="2400" dirty="0"/>
              <a:t>NOT</a:t>
            </a:r>
            <a:r>
              <a:rPr lang="ko-KR" altLang="en-US" sz="2400" dirty="0"/>
              <a:t>이 괄호 내부에 첨가되면</a:t>
            </a:r>
            <a:r>
              <a:rPr lang="en-US" altLang="ko-KR" sz="2400" dirty="0"/>
              <a:t>, AND</a:t>
            </a:r>
            <a:r>
              <a:rPr lang="ko-KR" altLang="en-US" sz="2400" dirty="0"/>
              <a:t>는 </a:t>
            </a:r>
            <a:r>
              <a:rPr lang="en-US" altLang="ko-KR" sz="2400" dirty="0"/>
              <a:t>OR</a:t>
            </a:r>
            <a:r>
              <a:rPr lang="ko-KR" altLang="en-US" sz="2400" dirty="0"/>
              <a:t>이 되고</a:t>
            </a:r>
            <a:r>
              <a:rPr lang="en-US" altLang="ko-KR" sz="2400" dirty="0"/>
              <a:t>, OR</a:t>
            </a:r>
            <a:r>
              <a:rPr lang="ko-KR" altLang="en-US" sz="2400" dirty="0"/>
              <a:t>은 </a:t>
            </a:r>
            <a:r>
              <a:rPr lang="en-US" altLang="ko-KR" sz="2400" dirty="0"/>
              <a:t>AND</a:t>
            </a:r>
            <a:r>
              <a:rPr lang="ko-KR" altLang="en-US" sz="2400" dirty="0"/>
              <a:t>가 된다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 err="1"/>
              <a:t>드</a:t>
            </a:r>
            <a:r>
              <a:rPr lang="ko-KR" altLang="en-US" sz="2400" dirty="0"/>
              <a:t> </a:t>
            </a:r>
            <a:r>
              <a:rPr lang="ko-KR" altLang="en-US" sz="2400" dirty="0" err="1"/>
              <a:t>모르간의</a:t>
            </a:r>
            <a:r>
              <a:rPr lang="ko-KR" altLang="en-US" sz="2400" dirty="0"/>
              <a:t> 법칙은 회로 최적화</a:t>
            </a:r>
            <a:r>
              <a:rPr lang="en-US" altLang="ko-KR" sz="2400" dirty="0"/>
              <a:t>, </a:t>
            </a:r>
            <a:r>
              <a:rPr lang="ko-KR" altLang="en-US" sz="2400" dirty="0"/>
              <a:t>반전 논리</a:t>
            </a:r>
            <a:r>
              <a:rPr lang="en-US" altLang="ko-KR" sz="2400" dirty="0"/>
              <a:t>, CMOS</a:t>
            </a:r>
            <a:r>
              <a:rPr lang="ko-KR" altLang="en-US" sz="2400" dirty="0"/>
              <a:t> 회로 구현에 매우 유용하게 사용된다</a:t>
            </a:r>
            <a:r>
              <a:rPr lang="en-US" altLang="ko-KR" sz="2400" dirty="0"/>
              <a:t>.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741986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A6A1F8-9D15-E393-026C-E925DCC64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드</a:t>
            </a:r>
            <a:r>
              <a:rPr lang="ko-KR" altLang="en-US" dirty="0"/>
              <a:t> </a:t>
            </a:r>
            <a:r>
              <a:rPr lang="ko-KR" altLang="en-US" dirty="0" err="1"/>
              <a:t>모르간의</a:t>
            </a:r>
            <a:r>
              <a:rPr lang="ko-KR" altLang="en-US" dirty="0"/>
              <a:t> 법칙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04535FA7-84E3-465C-2421-CC593BA4DF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348" y="1857709"/>
            <a:ext cx="10337452" cy="4351338"/>
          </a:xfrm>
        </p:spPr>
      </p:pic>
    </p:spTree>
    <p:extLst>
      <p:ext uri="{BB962C8B-B14F-4D97-AF65-F5344CB8AC3E}">
        <p14:creationId xmlns:p14="http://schemas.microsoft.com/office/powerpoint/2010/main" val="290375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MUX GATE</a:t>
            </a:r>
            <a:r>
              <a:rPr lang="ko-KR" altLang="en-US" dirty="0"/>
              <a:t>의 펄스형 그래프</a:t>
            </a:r>
          </a:p>
        </p:txBody>
      </p:sp>
      <p:pic>
        <p:nvPicPr>
          <p:cNvPr id="6" name="내용 개체 틀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961937"/>
            <a:ext cx="10515601" cy="424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954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 to 1 Multiplexer schematic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11771"/>
            <a:ext cx="10515600" cy="4080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891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T-FF</a:t>
            </a:r>
            <a:r>
              <a:rPr lang="ko-KR" altLang="en-US" dirty="0"/>
              <a:t>의 </a:t>
            </a:r>
            <a:r>
              <a:rPr lang="en-US" altLang="ko-KR" dirty="0"/>
              <a:t>LAYOUT </a:t>
            </a:r>
            <a:r>
              <a:rPr lang="ko-KR" altLang="en-US" dirty="0"/>
              <a:t>도면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03116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9934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T-FF</a:t>
            </a:r>
            <a:r>
              <a:rPr lang="ko-KR" altLang="en-US" dirty="0"/>
              <a:t>의 </a:t>
            </a:r>
            <a:r>
              <a:rPr lang="en-US" altLang="ko-KR" dirty="0"/>
              <a:t>SCHEMATIC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18998"/>
            <a:ext cx="10515600" cy="432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472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T-FF</a:t>
            </a:r>
            <a:r>
              <a:rPr lang="ko-KR" altLang="en-US" dirty="0"/>
              <a:t>의 </a:t>
            </a:r>
            <a:r>
              <a:rPr lang="ko-KR" altLang="en-US" dirty="0" err="1"/>
              <a:t>펄스형</a:t>
            </a:r>
            <a:r>
              <a:rPr lang="ko-KR" altLang="en-US" dirty="0"/>
              <a:t> 그래프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9611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849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QB </a:t>
            </a:r>
            <a:r>
              <a:rPr lang="ko-KR" altLang="en-US" dirty="0"/>
              <a:t>그래프 파형이 일그러진 이유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QB </a:t>
            </a:r>
            <a:r>
              <a:rPr lang="ko-KR" altLang="en-US" sz="2400" dirty="0"/>
              <a:t>그래프의 파형이 아래의 </a:t>
            </a:r>
            <a:r>
              <a:rPr lang="en-US" altLang="ko-KR" sz="2400" dirty="0"/>
              <a:t>2</a:t>
            </a:r>
            <a:r>
              <a:rPr lang="ko-KR" altLang="en-US" sz="2400" dirty="0"/>
              <a:t>개와는 달리 일정한 파형을 나타내지 않는 이유는 회로가 신호를 전송하는 과정에서 </a:t>
            </a:r>
            <a:r>
              <a:rPr lang="en-US" altLang="ko-KR" sz="2400" dirty="0"/>
              <a:t>delay</a:t>
            </a:r>
            <a:r>
              <a:rPr lang="ko-KR" altLang="en-US" sz="2400" dirty="0"/>
              <a:t>가 발생하기 때문이다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이를 해결하려면</a:t>
            </a:r>
            <a:r>
              <a:rPr lang="en-US" altLang="ko-KR" sz="2400" dirty="0"/>
              <a:t>, </a:t>
            </a:r>
            <a:r>
              <a:rPr lang="ko-KR" altLang="en-US" sz="2400" dirty="0"/>
              <a:t>바이어스의 저항 및 전압을 조정하거나</a:t>
            </a:r>
            <a:r>
              <a:rPr lang="en-US" altLang="ko-KR" sz="2400" dirty="0"/>
              <a:t>, </a:t>
            </a:r>
            <a:r>
              <a:rPr lang="ko-KR" altLang="en-US" sz="2400" dirty="0"/>
              <a:t>신호 조정</a:t>
            </a:r>
            <a:r>
              <a:rPr lang="en-US" altLang="ko-KR" sz="2400" dirty="0"/>
              <a:t>, </a:t>
            </a:r>
            <a:r>
              <a:rPr lang="ko-KR" altLang="en-US" sz="2400" dirty="0"/>
              <a:t>버퍼를 사용할 수 있다</a:t>
            </a:r>
            <a:r>
              <a:rPr lang="en-US" altLang="ko-KR" sz="2400" dirty="0"/>
              <a:t>. </a:t>
            </a:r>
            <a:r>
              <a:rPr lang="ko-KR" altLang="en-US" sz="2400" dirty="0"/>
              <a:t>혹은</a:t>
            </a:r>
            <a:r>
              <a:rPr lang="en-US" altLang="ko-KR" sz="2400" dirty="0"/>
              <a:t>, </a:t>
            </a:r>
            <a:r>
              <a:rPr lang="ko-KR" altLang="en-US" sz="2400" dirty="0"/>
              <a:t>다이오드를 추가하거나 </a:t>
            </a:r>
            <a:r>
              <a:rPr lang="ko-KR" altLang="en-US" sz="2400" dirty="0" err="1"/>
              <a:t>커패시턴스를</a:t>
            </a:r>
            <a:r>
              <a:rPr lang="ko-KR" altLang="en-US" sz="2400" dirty="0"/>
              <a:t> 축소하는 방법이 있다</a:t>
            </a:r>
            <a:r>
              <a:rPr lang="en-US" altLang="ko-KR" sz="2400" dirty="0"/>
              <a:t>.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700457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JK </a:t>
            </a:r>
            <a:r>
              <a:rPr lang="ko-KR" altLang="en-US" dirty="0"/>
              <a:t>플립플롭 </a:t>
            </a:r>
            <a:r>
              <a:rPr lang="en-US" altLang="ko-KR" dirty="0"/>
              <a:t>Schematic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09383"/>
            <a:ext cx="10515600" cy="401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0209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JK </a:t>
            </a:r>
            <a:r>
              <a:rPr lang="ko-KR" altLang="en-US" dirty="0"/>
              <a:t>플립플롭 펄스형 그래프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6621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207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동기 방식과 비동기 방식의 차이점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동기 방식은 작업을 요청하고 그 작업이 끝날 때까지 기다리는 방식으로 작업의 처리 결과가 반환될 때까지 다른 작업을 수행할 수 없다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비동기 방식은 작업을 요청한 후 결과와 상관없이 바로 다른 작업을 수행할 수 있는 방식이다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246423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동기 방식과 비동기 방식의 차이점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9748016" cy="440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688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카운터 그래프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46221"/>
            <a:ext cx="10515600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308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1188</TotalTime>
  <Words>206</Words>
  <Application>Microsoft Office PowerPoint</Application>
  <PresentationFormat>와이드스크린</PresentationFormat>
  <Paragraphs>25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0" baseType="lpstr">
      <vt:lpstr>맑은 고딕</vt:lpstr>
      <vt:lpstr>Arial</vt:lpstr>
      <vt:lpstr>Office 테마</vt:lpstr>
      <vt:lpstr>2025/05/28</vt:lpstr>
      <vt:lpstr>MUX 게이트</vt:lpstr>
      <vt:lpstr>2:1 MUX GATE의 SCHEMATIC </vt:lpstr>
      <vt:lpstr>2:1 MUX GATE의 SCHEMATIC </vt:lpstr>
      <vt:lpstr>드 모르간의 법칙</vt:lpstr>
      <vt:lpstr>드 모르간의 법칙</vt:lpstr>
      <vt:lpstr>MUX GATE의 펄스형 그래프</vt:lpstr>
      <vt:lpstr>4 to 1 Multiplexer schematic</vt:lpstr>
      <vt:lpstr>CMOS T-FF의 LAYOUT 도면</vt:lpstr>
      <vt:lpstr>CMOS T-FF의 SCHEMATIC</vt:lpstr>
      <vt:lpstr>CMOS T-FF의 펄스형 그래프</vt:lpstr>
      <vt:lpstr>QB 그래프 파형이 일그러진 이유</vt:lpstr>
      <vt:lpstr>JK 플립플롭 Schematic</vt:lpstr>
      <vt:lpstr>JK 플립플롭 펄스형 그래프</vt:lpstr>
      <vt:lpstr>동기 방식과 비동기 방식의 차이점</vt:lpstr>
      <vt:lpstr>동기 방식과 비동기 방식의 차이점</vt:lpstr>
      <vt:lpstr>카운터 그래프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2025/05/28</dc:title>
  <dc:creator>user</dc:creator>
  <cp:lastModifiedBy>leejunwoo</cp:lastModifiedBy>
  <cp:revision>42</cp:revision>
  <dcterms:created xsi:type="dcterms:W3CDTF">2025-05-28T03:19:17Z</dcterms:created>
  <dcterms:modified xsi:type="dcterms:W3CDTF">2025-06-17T12:48:30Z</dcterms:modified>
</cp:coreProperties>
</file>